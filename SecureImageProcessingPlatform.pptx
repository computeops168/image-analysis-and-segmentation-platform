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77" r:id="rId6"/>
    <p:sldId id="261" r:id="rId7"/>
    <p:sldId id="282" r:id="rId8"/>
    <p:sldId id="263" r:id="rId9"/>
    <p:sldId id="279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69" r:id="rId19"/>
    <p:sldId id="270" r:id="rId20"/>
    <p:sldId id="29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068" autoAdjust="0"/>
  </p:normalViewPr>
  <p:slideViewPr>
    <p:cSldViewPr snapToGrid="0">
      <p:cViewPr>
        <p:scale>
          <a:sx n="25" d="100"/>
          <a:sy n="25" d="100"/>
        </p:scale>
        <p:origin x="3870" y="17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D2F615-85AE-45F4-BB2B-6EC5752CA1AD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C635830-31E6-4266-8CAE-7311B1301115}">
      <dgm:prSet phldrT="[Text]" phldr="0"/>
      <dgm:spPr/>
      <dgm:t>
        <a:bodyPr/>
        <a:lstStyle/>
        <a:p>
          <a:r>
            <a:rPr lang="en-US" dirty="0"/>
            <a:t>Login</a:t>
          </a:r>
        </a:p>
      </dgm:t>
    </dgm:pt>
    <dgm:pt modelId="{6D7FC945-7C5B-4997-BEFC-EB9A372BA441}" type="parTrans" cxnId="{0F1219C2-2E02-42DD-AF90-FEFED3751F3E}">
      <dgm:prSet/>
      <dgm:spPr/>
      <dgm:t>
        <a:bodyPr/>
        <a:lstStyle/>
        <a:p>
          <a:endParaRPr lang="en-US"/>
        </a:p>
      </dgm:t>
    </dgm:pt>
    <dgm:pt modelId="{F506FA5C-D6AC-43AD-9856-59686F150F9C}" type="sibTrans" cxnId="{0F1219C2-2E02-42DD-AF90-FEFED3751F3E}">
      <dgm:prSet/>
      <dgm:spPr/>
      <dgm:t>
        <a:bodyPr/>
        <a:lstStyle/>
        <a:p>
          <a:endParaRPr lang="en-US"/>
        </a:p>
      </dgm:t>
    </dgm:pt>
    <dgm:pt modelId="{12B6C097-EAF0-4280-BED8-4451D6F9C1D1}">
      <dgm:prSet phldrT="[Text]" phldr="0"/>
      <dgm:spPr/>
      <dgm:t>
        <a:bodyPr/>
        <a:lstStyle/>
        <a:p>
          <a:r>
            <a:rPr lang="en-US" dirty="0"/>
            <a:t>Upload Image</a:t>
          </a:r>
        </a:p>
      </dgm:t>
    </dgm:pt>
    <dgm:pt modelId="{41DC9423-F50F-4036-AAA9-7AC643CC825B}" type="parTrans" cxnId="{B16114B6-5523-46E1-94C1-CBAF130FD4F0}">
      <dgm:prSet/>
      <dgm:spPr/>
      <dgm:t>
        <a:bodyPr/>
        <a:lstStyle/>
        <a:p>
          <a:endParaRPr lang="en-US"/>
        </a:p>
      </dgm:t>
    </dgm:pt>
    <dgm:pt modelId="{6E8F8D5D-2D46-4528-BA77-748A84B4798D}" type="sibTrans" cxnId="{B16114B6-5523-46E1-94C1-CBAF130FD4F0}">
      <dgm:prSet/>
      <dgm:spPr/>
      <dgm:t>
        <a:bodyPr/>
        <a:lstStyle/>
        <a:p>
          <a:endParaRPr lang="en-US"/>
        </a:p>
      </dgm:t>
    </dgm:pt>
    <dgm:pt modelId="{5E2C96A9-7273-4409-9100-8444EA07FAAD}">
      <dgm:prSet phldrT="[Text]" phldr="0"/>
      <dgm:spPr/>
      <dgm:t>
        <a:bodyPr/>
        <a:lstStyle/>
        <a:p>
          <a:r>
            <a:rPr lang="en-US" dirty="0"/>
            <a:t>Create Processing Job</a:t>
          </a:r>
        </a:p>
      </dgm:t>
    </dgm:pt>
    <dgm:pt modelId="{E60B5F2D-4B2A-47A7-87CB-BBC428CE4DEF}" type="parTrans" cxnId="{1607EDF9-A358-4DF2-A686-D579F00BC361}">
      <dgm:prSet/>
      <dgm:spPr/>
      <dgm:t>
        <a:bodyPr/>
        <a:lstStyle/>
        <a:p>
          <a:endParaRPr lang="en-US"/>
        </a:p>
      </dgm:t>
    </dgm:pt>
    <dgm:pt modelId="{1BAAD48D-4DD3-40F9-AA2D-E130857F74B0}" type="sibTrans" cxnId="{1607EDF9-A358-4DF2-A686-D579F00BC361}">
      <dgm:prSet/>
      <dgm:spPr/>
      <dgm:t>
        <a:bodyPr/>
        <a:lstStyle/>
        <a:p>
          <a:endParaRPr lang="en-US"/>
        </a:p>
      </dgm:t>
    </dgm:pt>
    <dgm:pt modelId="{103B6A57-B1C3-4331-9B4A-5393C3E028E9}">
      <dgm:prSet phldrT="[Text]" phldr="0"/>
      <dgm:spPr/>
      <dgm:t>
        <a:bodyPr/>
        <a:lstStyle/>
        <a:p>
          <a:r>
            <a:rPr lang="en-US" dirty="0"/>
            <a:t>Track job status</a:t>
          </a:r>
        </a:p>
      </dgm:t>
    </dgm:pt>
    <dgm:pt modelId="{7B943337-9DEA-45D8-940A-6F3D9319E242}" type="parTrans" cxnId="{DAF8BC01-D365-47E6-8F55-EEBCA4721D49}">
      <dgm:prSet/>
      <dgm:spPr/>
      <dgm:t>
        <a:bodyPr/>
        <a:lstStyle/>
        <a:p>
          <a:endParaRPr lang="en-US"/>
        </a:p>
      </dgm:t>
    </dgm:pt>
    <dgm:pt modelId="{3F491833-2D13-4479-B11E-72B2E79C3EC7}" type="sibTrans" cxnId="{DAF8BC01-D365-47E6-8F55-EEBCA4721D49}">
      <dgm:prSet/>
      <dgm:spPr/>
      <dgm:t>
        <a:bodyPr/>
        <a:lstStyle/>
        <a:p>
          <a:endParaRPr lang="en-US"/>
        </a:p>
      </dgm:t>
    </dgm:pt>
    <dgm:pt modelId="{2555C3FF-82F8-4A37-B0E8-01B7A2C4012F}">
      <dgm:prSet phldrT="[Text]" phldr="0"/>
      <dgm:spPr/>
      <dgm:t>
        <a:bodyPr/>
        <a:lstStyle/>
        <a:p>
          <a:r>
            <a:rPr lang="en-US" dirty="0"/>
            <a:t>View results and metrics</a:t>
          </a:r>
        </a:p>
      </dgm:t>
    </dgm:pt>
    <dgm:pt modelId="{07943F01-8904-4178-B097-4744741F0FA2}" type="parTrans" cxnId="{DFCA8925-8992-4438-B150-BBC44E966D74}">
      <dgm:prSet/>
      <dgm:spPr/>
      <dgm:t>
        <a:bodyPr/>
        <a:lstStyle/>
        <a:p>
          <a:endParaRPr lang="en-US"/>
        </a:p>
      </dgm:t>
    </dgm:pt>
    <dgm:pt modelId="{3DFFB0D9-CAE2-4FA0-84DA-984052A6750A}" type="sibTrans" cxnId="{DFCA8925-8992-4438-B150-BBC44E966D74}">
      <dgm:prSet/>
      <dgm:spPr/>
      <dgm:t>
        <a:bodyPr/>
        <a:lstStyle/>
        <a:p>
          <a:endParaRPr lang="en-US"/>
        </a:p>
      </dgm:t>
    </dgm:pt>
    <dgm:pt modelId="{73347162-7790-4CD5-8FFC-294078E5485F}" type="pres">
      <dgm:prSet presAssocID="{BBD2F615-85AE-45F4-BB2B-6EC5752CA1AD}" presName="outerComposite" presStyleCnt="0">
        <dgm:presLayoutVars>
          <dgm:chMax val="5"/>
          <dgm:dir/>
          <dgm:resizeHandles val="exact"/>
        </dgm:presLayoutVars>
      </dgm:prSet>
      <dgm:spPr/>
    </dgm:pt>
    <dgm:pt modelId="{1A64732B-0E83-4AA8-802B-B64D823EA025}" type="pres">
      <dgm:prSet presAssocID="{BBD2F615-85AE-45F4-BB2B-6EC5752CA1AD}" presName="dummyMaxCanvas" presStyleCnt="0">
        <dgm:presLayoutVars/>
      </dgm:prSet>
      <dgm:spPr/>
    </dgm:pt>
    <dgm:pt modelId="{1443ED3D-2A73-4E0B-840F-5B9979455F75}" type="pres">
      <dgm:prSet presAssocID="{BBD2F615-85AE-45F4-BB2B-6EC5752CA1AD}" presName="FiveNodes_1" presStyleLbl="node1" presStyleIdx="0" presStyleCnt="5">
        <dgm:presLayoutVars>
          <dgm:bulletEnabled val="1"/>
        </dgm:presLayoutVars>
      </dgm:prSet>
      <dgm:spPr/>
    </dgm:pt>
    <dgm:pt modelId="{740AE2CA-FAE9-4DF8-BA50-E61AC4F0FEA1}" type="pres">
      <dgm:prSet presAssocID="{BBD2F615-85AE-45F4-BB2B-6EC5752CA1AD}" presName="FiveNodes_2" presStyleLbl="node1" presStyleIdx="1" presStyleCnt="5">
        <dgm:presLayoutVars>
          <dgm:bulletEnabled val="1"/>
        </dgm:presLayoutVars>
      </dgm:prSet>
      <dgm:spPr/>
    </dgm:pt>
    <dgm:pt modelId="{1F20F1DD-225C-4364-8328-11F79C0C5084}" type="pres">
      <dgm:prSet presAssocID="{BBD2F615-85AE-45F4-BB2B-6EC5752CA1AD}" presName="FiveNodes_3" presStyleLbl="node1" presStyleIdx="2" presStyleCnt="5">
        <dgm:presLayoutVars>
          <dgm:bulletEnabled val="1"/>
        </dgm:presLayoutVars>
      </dgm:prSet>
      <dgm:spPr/>
    </dgm:pt>
    <dgm:pt modelId="{81F15D86-3F47-4EBD-B0D8-9E898E2759C5}" type="pres">
      <dgm:prSet presAssocID="{BBD2F615-85AE-45F4-BB2B-6EC5752CA1AD}" presName="FiveNodes_4" presStyleLbl="node1" presStyleIdx="3" presStyleCnt="5">
        <dgm:presLayoutVars>
          <dgm:bulletEnabled val="1"/>
        </dgm:presLayoutVars>
      </dgm:prSet>
      <dgm:spPr/>
    </dgm:pt>
    <dgm:pt modelId="{4F1BCA96-DB05-4238-949C-9429D7040458}" type="pres">
      <dgm:prSet presAssocID="{BBD2F615-85AE-45F4-BB2B-6EC5752CA1AD}" presName="FiveNodes_5" presStyleLbl="node1" presStyleIdx="4" presStyleCnt="5">
        <dgm:presLayoutVars>
          <dgm:bulletEnabled val="1"/>
        </dgm:presLayoutVars>
      </dgm:prSet>
      <dgm:spPr/>
    </dgm:pt>
    <dgm:pt modelId="{8C5806B4-8068-4A30-A429-7658D8AA83D3}" type="pres">
      <dgm:prSet presAssocID="{BBD2F615-85AE-45F4-BB2B-6EC5752CA1AD}" presName="FiveConn_1-2" presStyleLbl="fgAccFollowNode1" presStyleIdx="0" presStyleCnt="4">
        <dgm:presLayoutVars>
          <dgm:bulletEnabled val="1"/>
        </dgm:presLayoutVars>
      </dgm:prSet>
      <dgm:spPr/>
    </dgm:pt>
    <dgm:pt modelId="{70F55803-A8C4-4AA1-B3F2-3BB20D372718}" type="pres">
      <dgm:prSet presAssocID="{BBD2F615-85AE-45F4-BB2B-6EC5752CA1AD}" presName="FiveConn_2-3" presStyleLbl="fgAccFollowNode1" presStyleIdx="1" presStyleCnt="4">
        <dgm:presLayoutVars>
          <dgm:bulletEnabled val="1"/>
        </dgm:presLayoutVars>
      </dgm:prSet>
      <dgm:spPr/>
    </dgm:pt>
    <dgm:pt modelId="{779D1431-EE8D-4A1F-81D4-FED7C3287DBE}" type="pres">
      <dgm:prSet presAssocID="{BBD2F615-85AE-45F4-BB2B-6EC5752CA1AD}" presName="FiveConn_3-4" presStyleLbl="fgAccFollowNode1" presStyleIdx="2" presStyleCnt="4">
        <dgm:presLayoutVars>
          <dgm:bulletEnabled val="1"/>
        </dgm:presLayoutVars>
      </dgm:prSet>
      <dgm:spPr/>
    </dgm:pt>
    <dgm:pt modelId="{E2853E3D-605B-4686-A0C2-59E07192E5C9}" type="pres">
      <dgm:prSet presAssocID="{BBD2F615-85AE-45F4-BB2B-6EC5752CA1AD}" presName="FiveConn_4-5" presStyleLbl="fgAccFollowNode1" presStyleIdx="3" presStyleCnt="4">
        <dgm:presLayoutVars>
          <dgm:bulletEnabled val="1"/>
        </dgm:presLayoutVars>
      </dgm:prSet>
      <dgm:spPr/>
    </dgm:pt>
    <dgm:pt modelId="{F6470DBC-768E-4104-814A-DD41B1BC8881}" type="pres">
      <dgm:prSet presAssocID="{BBD2F615-85AE-45F4-BB2B-6EC5752CA1AD}" presName="FiveNodes_1_text" presStyleLbl="node1" presStyleIdx="4" presStyleCnt="5">
        <dgm:presLayoutVars>
          <dgm:bulletEnabled val="1"/>
        </dgm:presLayoutVars>
      </dgm:prSet>
      <dgm:spPr/>
    </dgm:pt>
    <dgm:pt modelId="{A2094A56-E2AA-4779-84FB-0030ADA2F432}" type="pres">
      <dgm:prSet presAssocID="{BBD2F615-85AE-45F4-BB2B-6EC5752CA1AD}" presName="FiveNodes_2_text" presStyleLbl="node1" presStyleIdx="4" presStyleCnt="5">
        <dgm:presLayoutVars>
          <dgm:bulletEnabled val="1"/>
        </dgm:presLayoutVars>
      </dgm:prSet>
      <dgm:spPr/>
    </dgm:pt>
    <dgm:pt modelId="{4402B505-B916-4EAC-A057-198FFA8180B4}" type="pres">
      <dgm:prSet presAssocID="{BBD2F615-85AE-45F4-BB2B-6EC5752CA1AD}" presName="FiveNodes_3_text" presStyleLbl="node1" presStyleIdx="4" presStyleCnt="5">
        <dgm:presLayoutVars>
          <dgm:bulletEnabled val="1"/>
        </dgm:presLayoutVars>
      </dgm:prSet>
      <dgm:spPr/>
    </dgm:pt>
    <dgm:pt modelId="{FAB6C1D1-A667-44A6-B00B-70DD27D4A5AE}" type="pres">
      <dgm:prSet presAssocID="{BBD2F615-85AE-45F4-BB2B-6EC5752CA1AD}" presName="FiveNodes_4_text" presStyleLbl="node1" presStyleIdx="4" presStyleCnt="5">
        <dgm:presLayoutVars>
          <dgm:bulletEnabled val="1"/>
        </dgm:presLayoutVars>
      </dgm:prSet>
      <dgm:spPr/>
    </dgm:pt>
    <dgm:pt modelId="{E01C5986-AFC7-4D41-8601-907E34A073BA}" type="pres">
      <dgm:prSet presAssocID="{BBD2F615-85AE-45F4-BB2B-6EC5752CA1AD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DAF8BC01-D365-47E6-8F55-EEBCA4721D49}" srcId="{BBD2F615-85AE-45F4-BB2B-6EC5752CA1AD}" destId="{103B6A57-B1C3-4331-9B4A-5393C3E028E9}" srcOrd="3" destOrd="0" parTransId="{7B943337-9DEA-45D8-940A-6F3D9319E242}" sibTransId="{3F491833-2D13-4479-B11E-72B2E79C3EC7}"/>
    <dgm:cxn modelId="{64D8D915-5D0F-4207-9374-166729AEF692}" type="presOf" srcId="{3F491833-2D13-4479-B11E-72B2E79C3EC7}" destId="{E2853E3D-605B-4686-A0C2-59E07192E5C9}" srcOrd="0" destOrd="0" presId="urn:microsoft.com/office/officeart/2005/8/layout/vProcess5"/>
    <dgm:cxn modelId="{4518B823-499D-43E4-BD3B-48FB5BCA0B4B}" type="presOf" srcId="{2555C3FF-82F8-4A37-B0E8-01B7A2C4012F}" destId="{4F1BCA96-DB05-4238-949C-9429D7040458}" srcOrd="0" destOrd="0" presId="urn:microsoft.com/office/officeart/2005/8/layout/vProcess5"/>
    <dgm:cxn modelId="{DFCA8925-8992-4438-B150-BBC44E966D74}" srcId="{BBD2F615-85AE-45F4-BB2B-6EC5752CA1AD}" destId="{2555C3FF-82F8-4A37-B0E8-01B7A2C4012F}" srcOrd="4" destOrd="0" parTransId="{07943F01-8904-4178-B097-4744741F0FA2}" sibTransId="{3DFFB0D9-CAE2-4FA0-84DA-984052A6750A}"/>
    <dgm:cxn modelId="{6396C363-65F9-4DF1-B56C-E9C874B8AE56}" type="presOf" srcId="{6E8F8D5D-2D46-4528-BA77-748A84B4798D}" destId="{70F55803-A8C4-4AA1-B3F2-3BB20D372718}" srcOrd="0" destOrd="0" presId="urn:microsoft.com/office/officeart/2005/8/layout/vProcess5"/>
    <dgm:cxn modelId="{5985E655-0250-4DCD-A2EB-010AC638B4FD}" type="presOf" srcId="{EC635830-31E6-4266-8CAE-7311B1301115}" destId="{F6470DBC-768E-4104-814A-DD41B1BC8881}" srcOrd="1" destOrd="0" presId="urn:microsoft.com/office/officeart/2005/8/layout/vProcess5"/>
    <dgm:cxn modelId="{46C69583-1CDB-413C-BF10-458B4B6B943D}" type="presOf" srcId="{1BAAD48D-4DD3-40F9-AA2D-E130857F74B0}" destId="{779D1431-EE8D-4A1F-81D4-FED7C3287DBE}" srcOrd="0" destOrd="0" presId="urn:microsoft.com/office/officeart/2005/8/layout/vProcess5"/>
    <dgm:cxn modelId="{1089498C-91D8-4866-B777-E795F55205CA}" type="presOf" srcId="{103B6A57-B1C3-4331-9B4A-5393C3E028E9}" destId="{81F15D86-3F47-4EBD-B0D8-9E898E2759C5}" srcOrd="0" destOrd="0" presId="urn:microsoft.com/office/officeart/2005/8/layout/vProcess5"/>
    <dgm:cxn modelId="{88C46BA9-821E-4D24-8C39-102F8F28D2E9}" type="presOf" srcId="{103B6A57-B1C3-4331-9B4A-5393C3E028E9}" destId="{FAB6C1D1-A667-44A6-B00B-70DD27D4A5AE}" srcOrd="1" destOrd="0" presId="urn:microsoft.com/office/officeart/2005/8/layout/vProcess5"/>
    <dgm:cxn modelId="{BBA29BA9-3F7C-4689-BCDD-75C2C0E66CD7}" type="presOf" srcId="{5E2C96A9-7273-4409-9100-8444EA07FAAD}" destId="{1F20F1DD-225C-4364-8328-11F79C0C5084}" srcOrd="0" destOrd="0" presId="urn:microsoft.com/office/officeart/2005/8/layout/vProcess5"/>
    <dgm:cxn modelId="{5ACAA5AC-47A1-43C3-9954-4012D2CEDD43}" type="presOf" srcId="{12B6C097-EAF0-4280-BED8-4451D6F9C1D1}" destId="{A2094A56-E2AA-4779-84FB-0030ADA2F432}" srcOrd="1" destOrd="0" presId="urn:microsoft.com/office/officeart/2005/8/layout/vProcess5"/>
    <dgm:cxn modelId="{B16114B6-5523-46E1-94C1-CBAF130FD4F0}" srcId="{BBD2F615-85AE-45F4-BB2B-6EC5752CA1AD}" destId="{12B6C097-EAF0-4280-BED8-4451D6F9C1D1}" srcOrd="1" destOrd="0" parTransId="{41DC9423-F50F-4036-AAA9-7AC643CC825B}" sibTransId="{6E8F8D5D-2D46-4528-BA77-748A84B4798D}"/>
    <dgm:cxn modelId="{1296B9BA-DC20-4EE6-8EA9-708DD9E93949}" type="presOf" srcId="{5E2C96A9-7273-4409-9100-8444EA07FAAD}" destId="{4402B505-B916-4EAC-A057-198FFA8180B4}" srcOrd="1" destOrd="0" presId="urn:microsoft.com/office/officeart/2005/8/layout/vProcess5"/>
    <dgm:cxn modelId="{0F1219C2-2E02-42DD-AF90-FEFED3751F3E}" srcId="{BBD2F615-85AE-45F4-BB2B-6EC5752CA1AD}" destId="{EC635830-31E6-4266-8CAE-7311B1301115}" srcOrd="0" destOrd="0" parTransId="{6D7FC945-7C5B-4997-BEFC-EB9A372BA441}" sibTransId="{F506FA5C-D6AC-43AD-9856-59686F150F9C}"/>
    <dgm:cxn modelId="{43305BD0-DCB2-4C2F-927B-3127F0E365EB}" type="presOf" srcId="{F506FA5C-D6AC-43AD-9856-59686F150F9C}" destId="{8C5806B4-8068-4A30-A429-7658D8AA83D3}" srcOrd="0" destOrd="0" presId="urn:microsoft.com/office/officeart/2005/8/layout/vProcess5"/>
    <dgm:cxn modelId="{7B9CC2D0-0F5B-4C07-958F-915D4A06A995}" type="presOf" srcId="{12B6C097-EAF0-4280-BED8-4451D6F9C1D1}" destId="{740AE2CA-FAE9-4DF8-BA50-E61AC4F0FEA1}" srcOrd="0" destOrd="0" presId="urn:microsoft.com/office/officeart/2005/8/layout/vProcess5"/>
    <dgm:cxn modelId="{5C854CE3-84F2-41A0-AD2C-2D35356DD24D}" type="presOf" srcId="{BBD2F615-85AE-45F4-BB2B-6EC5752CA1AD}" destId="{73347162-7790-4CD5-8FFC-294078E5485F}" srcOrd="0" destOrd="0" presId="urn:microsoft.com/office/officeart/2005/8/layout/vProcess5"/>
    <dgm:cxn modelId="{60570EF3-8EC1-4764-A596-69DB32603BC7}" type="presOf" srcId="{EC635830-31E6-4266-8CAE-7311B1301115}" destId="{1443ED3D-2A73-4E0B-840F-5B9979455F75}" srcOrd="0" destOrd="0" presId="urn:microsoft.com/office/officeart/2005/8/layout/vProcess5"/>
    <dgm:cxn modelId="{761D44F8-E048-458C-BDB3-020DA0E3DCFF}" type="presOf" srcId="{2555C3FF-82F8-4A37-B0E8-01B7A2C4012F}" destId="{E01C5986-AFC7-4D41-8601-907E34A073BA}" srcOrd="1" destOrd="0" presId="urn:microsoft.com/office/officeart/2005/8/layout/vProcess5"/>
    <dgm:cxn modelId="{1607EDF9-A358-4DF2-A686-D579F00BC361}" srcId="{BBD2F615-85AE-45F4-BB2B-6EC5752CA1AD}" destId="{5E2C96A9-7273-4409-9100-8444EA07FAAD}" srcOrd="2" destOrd="0" parTransId="{E60B5F2D-4B2A-47A7-87CB-BBC428CE4DEF}" sibTransId="{1BAAD48D-4DD3-40F9-AA2D-E130857F74B0}"/>
    <dgm:cxn modelId="{81A0C81B-7905-4BBB-AA2E-0EB32A8DA9FF}" type="presParOf" srcId="{73347162-7790-4CD5-8FFC-294078E5485F}" destId="{1A64732B-0E83-4AA8-802B-B64D823EA025}" srcOrd="0" destOrd="0" presId="urn:microsoft.com/office/officeart/2005/8/layout/vProcess5"/>
    <dgm:cxn modelId="{7C9F819F-6918-41F3-8844-583E48C79E3C}" type="presParOf" srcId="{73347162-7790-4CD5-8FFC-294078E5485F}" destId="{1443ED3D-2A73-4E0B-840F-5B9979455F75}" srcOrd="1" destOrd="0" presId="urn:microsoft.com/office/officeart/2005/8/layout/vProcess5"/>
    <dgm:cxn modelId="{0B896F4F-AD76-489E-8927-0DD97C0189AD}" type="presParOf" srcId="{73347162-7790-4CD5-8FFC-294078E5485F}" destId="{740AE2CA-FAE9-4DF8-BA50-E61AC4F0FEA1}" srcOrd="2" destOrd="0" presId="urn:microsoft.com/office/officeart/2005/8/layout/vProcess5"/>
    <dgm:cxn modelId="{6F409F64-5AC4-458E-8BDE-577990EA0D0E}" type="presParOf" srcId="{73347162-7790-4CD5-8FFC-294078E5485F}" destId="{1F20F1DD-225C-4364-8328-11F79C0C5084}" srcOrd="3" destOrd="0" presId="urn:microsoft.com/office/officeart/2005/8/layout/vProcess5"/>
    <dgm:cxn modelId="{8D61DBDE-EE6C-453C-8BFE-6B6A5DEBCEC3}" type="presParOf" srcId="{73347162-7790-4CD5-8FFC-294078E5485F}" destId="{81F15D86-3F47-4EBD-B0D8-9E898E2759C5}" srcOrd="4" destOrd="0" presId="urn:microsoft.com/office/officeart/2005/8/layout/vProcess5"/>
    <dgm:cxn modelId="{794C288A-6494-4317-93AF-F55CAB9B83C0}" type="presParOf" srcId="{73347162-7790-4CD5-8FFC-294078E5485F}" destId="{4F1BCA96-DB05-4238-949C-9429D7040458}" srcOrd="5" destOrd="0" presId="urn:microsoft.com/office/officeart/2005/8/layout/vProcess5"/>
    <dgm:cxn modelId="{A81C19F2-2FD0-49E7-86A4-9F0C24E303E8}" type="presParOf" srcId="{73347162-7790-4CD5-8FFC-294078E5485F}" destId="{8C5806B4-8068-4A30-A429-7658D8AA83D3}" srcOrd="6" destOrd="0" presId="urn:microsoft.com/office/officeart/2005/8/layout/vProcess5"/>
    <dgm:cxn modelId="{AA7127A0-D719-4787-9B32-9DFC6086F154}" type="presParOf" srcId="{73347162-7790-4CD5-8FFC-294078E5485F}" destId="{70F55803-A8C4-4AA1-B3F2-3BB20D372718}" srcOrd="7" destOrd="0" presId="urn:microsoft.com/office/officeart/2005/8/layout/vProcess5"/>
    <dgm:cxn modelId="{7D7D9B30-5C39-4873-B503-0B499B9DE3B9}" type="presParOf" srcId="{73347162-7790-4CD5-8FFC-294078E5485F}" destId="{779D1431-EE8D-4A1F-81D4-FED7C3287DBE}" srcOrd="8" destOrd="0" presId="urn:microsoft.com/office/officeart/2005/8/layout/vProcess5"/>
    <dgm:cxn modelId="{63DB5195-030F-4674-99AF-2C7E2A0E6D58}" type="presParOf" srcId="{73347162-7790-4CD5-8FFC-294078E5485F}" destId="{E2853E3D-605B-4686-A0C2-59E07192E5C9}" srcOrd="9" destOrd="0" presId="urn:microsoft.com/office/officeart/2005/8/layout/vProcess5"/>
    <dgm:cxn modelId="{3F1B6B32-4616-4357-80AD-89D5B277B626}" type="presParOf" srcId="{73347162-7790-4CD5-8FFC-294078E5485F}" destId="{F6470DBC-768E-4104-814A-DD41B1BC8881}" srcOrd="10" destOrd="0" presId="urn:microsoft.com/office/officeart/2005/8/layout/vProcess5"/>
    <dgm:cxn modelId="{978B4EEF-C20F-4CDF-8E5D-44D9A0548079}" type="presParOf" srcId="{73347162-7790-4CD5-8FFC-294078E5485F}" destId="{A2094A56-E2AA-4779-84FB-0030ADA2F432}" srcOrd="11" destOrd="0" presId="urn:microsoft.com/office/officeart/2005/8/layout/vProcess5"/>
    <dgm:cxn modelId="{B23A848A-740E-41D2-9900-F5BA05328372}" type="presParOf" srcId="{73347162-7790-4CD5-8FFC-294078E5485F}" destId="{4402B505-B916-4EAC-A057-198FFA8180B4}" srcOrd="12" destOrd="0" presId="urn:microsoft.com/office/officeart/2005/8/layout/vProcess5"/>
    <dgm:cxn modelId="{E39F31DF-E2D9-47D5-9F03-2093736639FD}" type="presParOf" srcId="{73347162-7790-4CD5-8FFC-294078E5485F}" destId="{FAB6C1D1-A667-44A6-B00B-70DD27D4A5AE}" srcOrd="13" destOrd="0" presId="urn:microsoft.com/office/officeart/2005/8/layout/vProcess5"/>
    <dgm:cxn modelId="{050169F1-820C-4536-A276-6D9D66614316}" type="presParOf" srcId="{73347162-7790-4CD5-8FFC-294078E5485F}" destId="{E01C5986-AFC7-4D41-8601-907E34A073B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D2F615-85AE-45F4-BB2B-6EC5752CA1AD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C635830-31E6-4266-8CAE-7311B1301115}">
      <dgm:prSet phldrT="[Text]" phldr="0"/>
      <dgm:spPr/>
      <dgm:t>
        <a:bodyPr/>
        <a:lstStyle/>
        <a:p>
          <a:r>
            <a:rPr lang="en-US" dirty="0"/>
            <a:t>Login</a:t>
          </a:r>
        </a:p>
      </dgm:t>
    </dgm:pt>
    <dgm:pt modelId="{6D7FC945-7C5B-4997-BEFC-EB9A372BA441}" type="parTrans" cxnId="{0F1219C2-2E02-42DD-AF90-FEFED3751F3E}">
      <dgm:prSet/>
      <dgm:spPr/>
      <dgm:t>
        <a:bodyPr/>
        <a:lstStyle/>
        <a:p>
          <a:endParaRPr lang="en-US"/>
        </a:p>
      </dgm:t>
    </dgm:pt>
    <dgm:pt modelId="{F506FA5C-D6AC-43AD-9856-59686F150F9C}" type="sibTrans" cxnId="{0F1219C2-2E02-42DD-AF90-FEFED3751F3E}">
      <dgm:prSet/>
      <dgm:spPr/>
      <dgm:t>
        <a:bodyPr/>
        <a:lstStyle/>
        <a:p>
          <a:endParaRPr lang="en-US"/>
        </a:p>
      </dgm:t>
    </dgm:pt>
    <dgm:pt modelId="{12B6C097-EAF0-4280-BED8-4451D6F9C1D1}">
      <dgm:prSet phldrT="[Text]" phldr="0"/>
      <dgm:spPr/>
      <dgm:t>
        <a:bodyPr/>
        <a:lstStyle/>
        <a:p>
          <a:r>
            <a:rPr lang="en-US" dirty="0"/>
            <a:t>Upload Image</a:t>
          </a:r>
        </a:p>
      </dgm:t>
    </dgm:pt>
    <dgm:pt modelId="{41DC9423-F50F-4036-AAA9-7AC643CC825B}" type="parTrans" cxnId="{B16114B6-5523-46E1-94C1-CBAF130FD4F0}">
      <dgm:prSet/>
      <dgm:spPr/>
      <dgm:t>
        <a:bodyPr/>
        <a:lstStyle/>
        <a:p>
          <a:endParaRPr lang="en-US"/>
        </a:p>
      </dgm:t>
    </dgm:pt>
    <dgm:pt modelId="{6E8F8D5D-2D46-4528-BA77-748A84B4798D}" type="sibTrans" cxnId="{B16114B6-5523-46E1-94C1-CBAF130FD4F0}">
      <dgm:prSet/>
      <dgm:spPr/>
      <dgm:t>
        <a:bodyPr/>
        <a:lstStyle/>
        <a:p>
          <a:endParaRPr lang="en-US"/>
        </a:p>
      </dgm:t>
    </dgm:pt>
    <dgm:pt modelId="{5E2C96A9-7273-4409-9100-8444EA07FAAD}">
      <dgm:prSet phldrT="[Text]" phldr="0"/>
      <dgm:spPr/>
      <dgm:t>
        <a:bodyPr/>
        <a:lstStyle/>
        <a:p>
          <a:r>
            <a:rPr lang="en-US" dirty="0"/>
            <a:t>Create Processing Job</a:t>
          </a:r>
        </a:p>
      </dgm:t>
    </dgm:pt>
    <dgm:pt modelId="{E60B5F2D-4B2A-47A7-87CB-BBC428CE4DEF}" type="parTrans" cxnId="{1607EDF9-A358-4DF2-A686-D579F00BC361}">
      <dgm:prSet/>
      <dgm:spPr/>
      <dgm:t>
        <a:bodyPr/>
        <a:lstStyle/>
        <a:p>
          <a:endParaRPr lang="en-US"/>
        </a:p>
      </dgm:t>
    </dgm:pt>
    <dgm:pt modelId="{1BAAD48D-4DD3-40F9-AA2D-E130857F74B0}" type="sibTrans" cxnId="{1607EDF9-A358-4DF2-A686-D579F00BC361}">
      <dgm:prSet/>
      <dgm:spPr/>
      <dgm:t>
        <a:bodyPr/>
        <a:lstStyle/>
        <a:p>
          <a:endParaRPr lang="en-US"/>
        </a:p>
      </dgm:t>
    </dgm:pt>
    <dgm:pt modelId="{103B6A57-B1C3-4331-9B4A-5393C3E028E9}">
      <dgm:prSet phldrT="[Text]" phldr="0"/>
      <dgm:spPr/>
      <dgm:t>
        <a:bodyPr/>
        <a:lstStyle/>
        <a:p>
          <a:r>
            <a:rPr lang="en-US" dirty="0"/>
            <a:t>Track job status</a:t>
          </a:r>
        </a:p>
      </dgm:t>
    </dgm:pt>
    <dgm:pt modelId="{7B943337-9DEA-45D8-940A-6F3D9319E242}" type="parTrans" cxnId="{DAF8BC01-D365-47E6-8F55-EEBCA4721D49}">
      <dgm:prSet/>
      <dgm:spPr/>
      <dgm:t>
        <a:bodyPr/>
        <a:lstStyle/>
        <a:p>
          <a:endParaRPr lang="en-US"/>
        </a:p>
      </dgm:t>
    </dgm:pt>
    <dgm:pt modelId="{3F491833-2D13-4479-B11E-72B2E79C3EC7}" type="sibTrans" cxnId="{DAF8BC01-D365-47E6-8F55-EEBCA4721D49}">
      <dgm:prSet/>
      <dgm:spPr/>
      <dgm:t>
        <a:bodyPr/>
        <a:lstStyle/>
        <a:p>
          <a:endParaRPr lang="en-US"/>
        </a:p>
      </dgm:t>
    </dgm:pt>
    <dgm:pt modelId="{2555C3FF-82F8-4A37-B0E8-01B7A2C4012F}">
      <dgm:prSet phldrT="[Text]" phldr="0"/>
      <dgm:spPr/>
      <dgm:t>
        <a:bodyPr/>
        <a:lstStyle/>
        <a:p>
          <a:r>
            <a:rPr lang="en-US" dirty="0"/>
            <a:t>View results and metrics</a:t>
          </a:r>
        </a:p>
      </dgm:t>
    </dgm:pt>
    <dgm:pt modelId="{07943F01-8904-4178-B097-4744741F0FA2}" type="parTrans" cxnId="{DFCA8925-8992-4438-B150-BBC44E966D74}">
      <dgm:prSet/>
      <dgm:spPr/>
      <dgm:t>
        <a:bodyPr/>
        <a:lstStyle/>
        <a:p>
          <a:endParaRPr lang="en-US"/>
        </a:p>
      </dgm:t>
    </dgm:pt>
    <dgm:pt modelId="{3DFFB0D9-CAE2-4FA0-84DA-984052A6750A}" type="sibTrans" cxnId="{DFCA8925-8992-4438-B150-BBC44E966D74}">
      <dgm:prSet/>
      <dgm:spPr/>
      <dgm:t>
        <a:bodyPr/>
        <a:lstStyle/>
        <a:p>
          <a:endParaRPr lang="en-US"/>
        </a:p>
      </dgm:t>
    </dgm:pt>
    <dgm:pt modelId="{73347162-7790-4CD5-8FFC-294078E5485F}" type="pres">
      <dgm:prSet presAssocID="{BBD2F615-85AE-45F4-BB2B-6EC5752CA1AD}" presName="outerComposite" presStyleCnt="0">
        <dgm:presLayoutVars>
          <dgm:chMax val="5"/>
          <dgm:dir/>
          <dgm:resizeHandles val="exact"/>
        </dgm:presLayoutVars>
      </dgm:prSet>
      <dgm:spPr/>
    </dgm:pt>
    <dgm:pt modelId="{1A64732B-0E83-4AA8-802B-B64D823EA025}" type="pres">
      <dgm:prSet presAssocID="{BBD2F615-85AE-45F4-BB2B-6EC5752CA1AD}" presName="dummyMaxCanvas" presStyleCnt="0">
        <dgm:presLayoutVars/>
      </dgm:prSet>
      <dgm:spPr/>
    </dgm:pt>
    <dgm:pt modelId="{1443ED3D-2A73-4E0B-840F-5B9979455F75}" type="pres">
      <dgm:prSet presAssocID="{BBD2F615-85AE-45F4-BB2B-6EC5752CA1AD}" presName="FiveNodes_1" presStyleLbl="node1" presStyleIdx="0" presStyleCnt="5">
        <dgm:presLayoutVars>
          <dgm:bulletEnabled val="1"/>
        </dgm:presLayoutVars>
      </dgm:prSet>
      <dgm:spPr/>
    </dgm:pt>
    <dgm:pt modelId="{740AE2CA-FAE9-4DF8-BA50-E61AC4F0FEA1}" type="pres">
      <dgm:prSet presAssocID="{BBD2F615-85AE-45F4-BB2B-6EC5752CA1AD}" presName="FiveNodes_2" presStyleLbl="node1" presStyleIdx="1" presStyleCnt="5">
        <dgm:presLayoutVars>
          <dgm:bulletEnabled val="1"/>
        </dgm:presLayoutVars>
      </dgm:prSet>
      <dgm:spPr/>
    </dgm:pt>
    <dgm:pt modelId="{1F20F1DD-225C-4364-8328-11F79C0C5084}" type="pres">
      <dgm:prSet presAssocID="{BBD2F615-85AE-45F4-BB2B-6EC5752CA1AD}" presName="FiveNodes_3" presStyleLbl="node1" presStyleIdx="2" presStyleCnt="5">
        <dgm:presLayoutVars>
          <dgm:bulletEnabled val="1"/>
        </dgm:presLayoutVars>
      </dgm:prSet>
      <dgm:spPr/>
    </dgm:pt>
    <dgm:pt modelId="{81F15D86-3F47-4EBD-B0D8-9E898E2759C5}" type="pres">
      <dgm:prSet presAssocID="{BBD2F615-85AE-45F4-BB2B-6EC5752CA1AD}" presName="FiveNodes_4" presStyleLbl="node1" presStyleIdx="3" presStyleCnt="5">
        <dgm:presLayoutVars>
          <dgm:bulletEnabled val="1"/>
        </dgm:presLayoutVars>
      </dgm:prSet>
      <dgm:spPr/>
    </dgm:pt>
    <dgm:pt modelId="{4F1BCA96-DB05-4238-949C-9429D7040458}" type="pres">
      <dgm:prSet presAssocID="{BBD2F615-85AE-45F4-BB2B-6EC5752CA1AD}" presName="FiveNodes_5" presStyleLbl="node1" presStyleIdx="4" presStyleCnt="5">
        <dgm:presLayoutVars>
          <dgm:bulletEnabled val="1"/>
        </dgm:presLayoutVars>
      </dgm:prSet>
      <dgm:spPr/>
    </dgm:pt>
    <dgm:pt modelId="{8C5806B4-8068-4A30-A429-7658D8AA83D3}" type="pres">
      <dgm:prSet presAssocID="{BBD2F615-85AE-45F4-BB2B-6EC5752CA1AD}" presName="FiveConn_1-2" presStyleLbl="fgAccFollowNode1" presStyleIdx="0" presStyleCnt="4">
        <dgm:presLayoutVars>
          <dgm:bulletEnabled val="1"/>
        </dgm:presLayoutVars>
      </dgm:prSet>
      <dgm:spPr/>
    </dgm:pt>
    <dgm:pt modelId="{70F55803-A8C4-4AA1-B3F2-3BB20D372718}" type="pres">
      <dgm:prSet presAssocID="{BBD2F615-85AE-45F4-BB2B-6EC5752CA1AD}" presName="FiveConn_2-3" presStyleLbl="fgAccFollowNode1" presStyleIdx="1" presStyleCnt="4">
        <dgm:presLayoutVars>
          <dgm:bulletEnabled val="1"/>
        </dgm:presLayoutVars>
      </dgm:prSet>
      <dgm:spPr/>
    </dgm:pt>
    <dgm:pt modelId="{779D1431-EE8D-4A1F-81D4-FED7C3287DBE}" type="pres">
      <dgm:prSet presAssocID="{BBD2F615-85AE-45F4-BB2B-6EC5752CA1AD}" presName="FiveConn_3-4" presStyleLbl="fgAccFollowNode1" presStyleIdx="2" presStyleCnt="4">
        <dgm:presLayoutVars>
          <dgm:bulletEnabled val="1"/>
        </dgm:presLayoutVars>
      </dgm:prSet>
      <dgm:spPr/>
    </dgm:pt>
    <dgm:pt modelId="{E2853E3D-605B-4686-A0C2-59E07192E5C9}" type="pres">
      <dgm:prSet presAssocID="{BBD2F615-85AE-45F4-BB2B-6EC5752CA1AD}" presName="FiveConn_4-5" presStyleLbl="fgAccFollowNode1" presStyleIdx="3" presStyleCnt="4">
        <dgm:presLayoutVars>
          <dgm:bulletEnabled val="1"/>
        </dgm:presLayoutVars>
      </dgm:prSet>
      <dgm:spPr/>
    </dgm:pt>
    <dgm:pt modelId="{F6470DBC-768E-4104-814A-DD41B1BC8881}" type="pres">
      <dgm:prSet presAssocID="{BBD2F615-85AE-45F4-BB2B-6EC5752CA1AD}" presName="FiveNodes_1_text" presStyleLbl="node1" presStyleIdx="4" presStyleCnt="5">
        <dgm:presLayoutVars>
          <dgm:bulletEnabled val="1"/>
        </dgm:presLayoutVars>
      </dgm:prSet>
      <dgm:spPr/>
    </dgm:pt>
    <dgm:pt modelId="{A2094A56-E2AA-4779-84FB-0030ADA2F432}" type="pres">
      <dgm:prSet presAssocID="{BBD2F615-85AE-45F4-BB2B-6EC5752CA1AD}" presName="FiveNodes_2_text" presStyleLbl="node1" presStyleIdx="4" presStyleCnt="5">
        <dgm:presLayoutVars>
          <dgm:bulletEnabled val="1"/>
        </dgm:presLayoutVars>
      </dgm:prSet>
      <dgm:spPr/>
    </dgm:pt>
    <dgm:pt modelId="{4402B505-B916-4EAC-A057-198FFA8180B4}" type="pres">
      <dgm:prSet presAssocID="{BBD2F615-85AE-45F4-BB2B-6EC5752CA1AD}" presName="FiveNodes_3_text" presStyleLbl="node1" presStyleIdx="4" presStyleCnt="5">
        <dgm:presLayoutVars>
          <dgm:bulletEnabled val="1"/>
        </dgm:presLayoutVars>
      </dgm:prSet>
      <dgm:spPr/>
    </dgm:pt>
    <dgm:pt modelId="{FAB6C1D1-A667-44A6-B00B-70DD27D4A5AE}" type="pres">
      <dgm:prSet presAssocID="{BBD2F615-85AE-45F4-BB2B-6EC5752CA1AD}" presName="FiveNodes_4_text" presStyleLbl="node1" presStyleIdx="4" presStyleCnt="5">
        <dgm:presLayoutVars>
          <dgm:bulletEnabled val="1"/>
        </dgm:presLayoutVars>
      </dgm:prSet>
      <dgm:spPr/>
    </dgm:pt>
    <dgm:pt modelId="{E01C5986-AFC7-4D41-8601-907E34A073BA}" type="pres">
      <dgm:prSet presAssocID="{BBD2F615-85AE-45F4-BB2B-6EC5752CA1AD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DAF8BC01-D365-47E6-8F55-EEBCA4721D49}" srcId="{BBD2F615-85AE-45F4-BB2B-6EC5752CA1AD}" destId="{103B6A57-B1C3-4331-9B4A-5393C3E028E9}" srcOrd="3" destOrd="0" parTransId="{7B943337-9DEA-45D8-940A-6F3D9319E242}" sibTransId="{3F491833-2D13-4479-B11E-72B2E79C3EC7}"/>
    <dgm:cxn modelId="{64D8D915-5D0F-4207-9374-166729AEF692}" type="presOf" srcId="{3F491833-2D13-4479-B11E-72B2E79C3EC7}" destId="{E2853E3D-605B-4686-A0C2-59E07192E5C9}" srcOrd="0" destOrd="0" presId="urn:microsoft.com/office/officeart/2005/8/layout/vProcess5"/>
    <dgm:cxn modelId="{4518B823-499D-43E4-BD3B-48FB5BCA0B4B}" type="presOf" srcId="{2555C3FF-82F8-4A37-B0E8-01B7A2C4012F}" destId="{4F1BCA96-DB05-4238-949C-9429D7040458}" srcOrd="0" destOrd="0" presId="urn:microsoft.com/office/officeart/2005/8/layout/vProcess5"/>
    <dgm:cxn modelId="{DFCA8925-8992-4438-B150-BBC44E966D74}" srcId="{BBD2F615-85AE-45F4-BB2B-6EC5752CA1AD}" destId="{2555C3FF-82F8-4A37-B0E8-01B7A2C4012F}" srcOrd="4" destOrd="0" parTransId="{07943F01-8904-4178-B097-4744741F0FA2}" sibTransId="{3DFFB0D9-CAE2-4FA0-84DA-984052A6750A}"/>
    <dgm:cxn modelId="{6396C363-65F9-4DF1-B56C-E9C874B8AE56}" type="presOf" srcId="{6E8F8D5D-2D46-4528-BA77-748A84B4798D}" destId="{70F55803-A8C4-4AA1-B3F2-3BB20D372718}" srcOrd="0" destOrd="0" presId="urn:microsoft.com/office/officeart/2005/8/layout/vProcess5"/>
    <dgm:cxn modelId="{5985E655-0250-4DCD-A2EB-010AC638B4FD}" type="presOf" srcId="{EC635830-31E6-4266-8CAE-7311B1301115}" destId="{F6470DBC-768E-4104-814A-DD41B1BC8881}" srcOrd="1" destOrd="0" presId="urn:microsoft.com/office/officeart/2005/8/layout/vProcess5"/>
    <dgm:cxn modelId="{46C69583-1CDB-413C-BF10-458B4B6B943D}" type="presOf" srcId="{1BAAD48D-4DD3-40F9-AA2D-E130857F74B0}" destId="{779D1431-EE8D-4A1F-81D4-FED7C3287DBE}" srcOrd="0" destOrd="0" presId="urn:microsoft.com/office/officeart/2005/8/layout/vProcess5"/>
    <dgm:cxn modelId="{1089498C-91D8-4866-B777-E795F55205CA}" type="presOf" srcId="{103B6A57-B1C3-4331-9B4A-5393C3E028E9}" destId="{81F15D86-3F47-4EBD-B0D8-9E898E2759C5}" srcOrd="0" destOrd="0" presId="urn:microsoft.com/office/officeart/2005/8/layout/vProcess5"/>
    <dgm:cxn modelId="{88C46BA9-821E-4D24-8C39-102F8F28D2E9}" type="presOf" srcId="{103B6A57-B1C3-4331-9B4A-5393C3E028E9}" destId="{FAB6C1D1-A667-44A6-B00B-70DD27D4A5AE}" srcOrd="1" destOrd="0" presId="urn:microsoft.com/office/officeart/2005/8/layout/vProcess5"/>
    <dgm:cxn modelId="{BBA29BA9-3F7C-4689-BCDD-75C2C0E66CD7}" type="presOf" srcId="{5E2C96A9-7273-4409-9100-8444EA07FAAD}" destId="{1F20F1DD-225C-4364-8328-11F79C0C5084}" srcOrd="0" destOrd="0" presId="urn:microsoft.com/office/officeart/2005/8/layout/vProcess5"/>
    <dgm:cxn modelId="{5ACAA5AC-47A1-43C3-9954-4012D2CEDD43}" type="presOf" srcId="{12B6C097-EAF0-4280-BED8-4451D6F9C1D1}" destId="{A2094A56-E2AA-4779-84FB-0030ADA2F432}" srcOrd="1" destOrd="0" presId="urn:microsoft.com/office/officeart/2005/8/layout/vProcess5"/>
    <dgm:cxn modelId="{B16114B6-5523-46E1-94C1-CBAF130FD4F0}" srcId="{BBD2F615-85AE-45F4-BB2B-6EC5752CA1AD}" destId="{12B6C097-EAF0-4280-BED8-4451D6F9C1D1}" srcOrd="1" destOrd="0" parTransId="{41DC9423-F50F-4036-AAA9-7AC643CC825B}" sibTransId="{6E8F8D5D-2D46-4528-BA77-748A84B4798D}"/>
    <dgm:cxn modelId="{1296B9BA-DC20-4EE6-8EA9-708DD9E93949}" type="presOf" srcId="{5E2C96A9-7273-4409-9100-8444EA07FAAD}" destId="{4402B505-B916-4EAC-A057-198FFA8180B4}" srcOrd="1" destOrd="0" presId="urn:microsoft.com/office/officeart/2005/8/layout/vProcess5"/>
    <dgm:cxn modelId="{0F1219C2-2E02-42DD-AF90-FEFED3751F3E}" srcId="{BBD2F615-85AE-45F4-BB2B-6EC5752CA1AD}" destId="{EC635830-31E6-4266-8CAE-7311B1301115}" srcOrd="0" destOrd="0" parTransId="{6D7FC945-7C5B-4997-BEFC-EB9A372BA441}" sibTransId="{F506FA5C-D6AC-43AD-9856-59686F150F9C}"/>
    <dgm:cxn modelId="{43305BD0-DCB2-4C2F-927B-3127F0E365EB}" type="presOf" srcId="{F506FA5C-D6AC-43AD-9856-59686F150F9C}" destId="{8C5806B4-8068-4A30-A429-7658D8AA83D3}" srcOrd="0" destOrd="0" presId="urn:microsoft.com/office/officeart/2005/8/layout/vProcess5"/>
    <dgm:cxn modelId="{7B9CC2D0-0F5B-4C07-958F-915D4A06A995}" type="presOf" srcId="{12B6C097-EAF0-4280-BED8-4451D6F9C1D1}" destId="{740AE2CA-FAE9-4DF8-BA50-E61AC4F0FEA1}" srcOrd="0" destOrd="0" presId="urn:microsoft.com/office/officeart/2005/8/layout/vProcess5"/>
    <dgm:cxn modelId="{5C854CE3-84F2-41A0-AD2C-2D35356DD24D}" type="presOf" srcId="{BBD2F615-85AE-45F4-BB2B-6EC5752CA1AD}" destId="{73347162-7790-4CD5-8FFC-294078E5485F}" srcOrd="0" destOrd="0" presId="urn:microsoft.com/office/officeart/2005/8/layout/vProcess5"/>
    <dgm:cxn modelId="{60570EF3-8EC1-4764-A596-69DB32603BC7}" type="presOf" srcId="{EC635830-31E6-4266-8CAE-7311B1301115}" destId="{1443ED3D-2A73-4E0B-840F-5B9979455F75}" srcOrd="0" destOrd="0" presId="urn:microsoft.com/office/officeart/2005/8/layout/vProcess5"/>
    <dgm:cxn modelId="{761D44F8-E048-458C-BDB3-020DA0E3DCFF}" type="presOf" srcId="{2555C3FF-82F8-4A37-B0E8-01B7A2C4012F}" destId="{E01C5986-AFC7-4D41-8601-907E34A073BA}" srcOrd="1" destOrd="0" presId="urn:microsoft.com/office/officeart/2005/8/layout/vProcess5"/>
    <dgm:cxn modelId="{1607EDF9-A358-4DF2-A686-D579F00BC361}" srcId="{BBD2F615-85AE-45F4-BB2B-6EC5752CA1AD}" destId="{5E2C96A9-7273-4409-9100-8444EA07FAAD}" srcOrd="2" destOrd="0" parTransId="{E60B5F2D-4B2A-47A7-87CB-BBC428CE4DEF}" sibTransId="{1BAAD48D-4DD3-40F9-AA2D-E130857F74B0}"/>
    <dgm:cxn modelId="{81A0C81B-7905-4BBB-AA2E-0EB32A8DA9FF}" type="presParOf" srcId="{73347162-7790-4CD5-8FFC-294078E5485F}" destId="{1A64732B-0E83-4AA8-802B-B64D823EA025}" srcOrd="0" destOrd="0" presId="urn:microsoft.com/office/officeart/2005/8/layout/vProcess5"/>
    <dgm:cxn modelId="{7C9F819F-6918-41F3-8844-583E48C79E3C}" type="presParOf" srcId="{73347162-7790-4CD5-8FFC-294078E5485F}" destId="{1443ED3D-2A73-4E0B-840F-5B9979455F75}" srcOrd="1" destOrd="0" presId="urn:microsoft.com/office/officeart/2005/8/layout/vProcess5"/>
    <dgm:cxn modelId="{0B896F4F-AD76-489E-8927-0DD97C0189AD}" type="presParOf" srcId="{73347162-7790-4CD5-8FFC-294078E5485F}" destId="{740AE2CA-FAE9-4DF8-BA50-E61AC4F0FEA1}" srcOrd="2" destOrd="0" presId="urn:microsoft.com/office/officeart/2005/8/layout/vProcess5"/>
    <dgm:cxn modelId="{6F409F64-5AC4-458E-8BDE-577990EA0D0E}" type="presParOf" srcId="{73347162-7790-4CD5-8FFC-294078E5485F}" destId="{1F20F1DD-225C-4364-8328-11F79C0C5084}" srcOrd="3" destOrd="0" presId="urn:microsoft.com/office/officeart/2005/8/layout/vProcess5"/>
    <dgm:cxn modelId="{8D61DBDE-EE6C-453C-8BFE-6B6A5DEBCEC3}" type="presParOf" srcId="{73347162-7790-4CD5-8FFC-294078E5485F}" destId="{81F15D86-3F47-4EBD-B0D8-9E898E2759C5}" srcOrd="4" destOrd="0" presId="urn:microsoft.com/office/officeart/2005/8/layout/vProcess5"/>
    <dgm:cxn modelId="{794C288A-6494-4317-93AF-F55CAB9B83C0}" type="presParOf" srcId="{73347162-7790-4CD5-8FFC-294078E5485F}" destId="{4F1BCA96-DB05-4238-949C-9429D7040458}" srcOrd="5" destOrd="0" presId="urn:microsoft.com/office/officeart/2005/8/layout/vProcess5"/>
    <dgm:cxn modelId="{A81C19F2-2FD0-49E7-86A4-9F0C24E303E8}" type="presParOf" srcId="{73347162-7790-4CD5-8FFC-294078E5485F}" destId="{8C5806B4-8068-4A30-A429-7658D8AA83D3}" srcOrd="6" destOrd="0" presId="urn:microsoft.com/office/officeart/2005/8/layout/vProcess5"/>
    <dgm:cxn modelId="{AA7127A0-D719-4787-9B32-9DFC6086F154}" type="presParOf" srcId="{73347162-7790-4CD5-8FFC-294078E5485F}" destId="{70F55803-A8C4-4AA1-B3F2-3BB20D372718}" srcOrd="7" destOrd="0" presId="urn:microsoft.com/office/officeart/2005/8/layout/vProcess5"/>
    <dgm:cxn modelId="{7D7D9B30-5C39-4873-B503-0B499B9DE3B9}" type="presParOf" srcId="{73347162-7790-4CD5-8FFC-294078E5485F}" destId="{779D1431-EE8D-4A1F-81D4-FED7C3287DBE}" srcOrd="8" destOrd="0" presId="urn:microsoft.com/office/officeart/2005/8/layout/vProcess5"/>
    <dgm:cxn modelId="{63DB5195-030F-4674-99AF-2C7E2A0E6D58}" type="presParOf" srcId="{73347162-7790-4CD5-8FFC-294078E5485F}" destId="{E2853E3D-605B-4686-A0C2-59E07192E5C9}" srcOrd="9" destOrd="0" presId="urn:microsoft.com/office/officeart/2005/8/layout/vProcess5"/>
    <dgm:cxn modelId="{3F1B6B32-4616-4357-80AD-89D5B277B626}" type="presParOf" srcId="{73347162-7790-4CD5-8FFC-294078E5485F}" destId="{F6470DBC-768E-4104-814A-DD41B1BC8881}" srcOrd="10" destOrd="0" presId="urn:microsoft.com/office/officeart/2005/8/layout/vProcess5"/>
    <dgm:cxn modelId="{978B4EEF-C20F-4CDF-8E5D-44D9A0548079}" type="presParOf" srcId="{73347162-7790-4CD5-8FFC-294078E5485F}" destId="{A2094A56-E2AA-4779-84FB-0030ADA2F432}" srcOrd="11" destOrd="0" presId="urn:microsoft.com/office/officeart/2005/8/layout/vProcess5"/>
    <dgm:cxn modelId="{B23A848A-740E-41D2-9900-F5BA05328372}" type="presParOf" srcId="{73347162-7790-4CD5-8FFC-294078E5485F}" destId="{4402B505-B916-4EAC-A057-198FFA8180B4}" srcOrd="12" destOrd="0" presId="urn:microsoft.com/office/officeart/2005/8/layout/vProcess5"/>
    <dgm:cxn modelId="{E39F31DF-E2D9-47D5-9F03-2093736639FD}" type="presParOf" srcId="{73347162-7790-4CD5-8FFC-294078E5485F}" destId="{FAB6C1D1-A667-44A6-B00B-70DD27D4A5AE}" srcOrd="13" destOrd="0" presId="urn:microsoft.com/office/officeart/2005/8/layout/vProcess5"/>
    <dgm:cxn modelId="{050169F1-820C-4536-A276-6D9D66614316}" type="presParOf" srcId="{73347162-7790-4CD5-8FFC-294078E5485F}" destId="{E01C5986-AFC7-4D41-8601-907E34A073B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F3FF19-097E-408F-81DB-F398C4CF1F29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F98BB9C-D87B-444E-9BAB-DADBE0FEAFB8}">
      <dgm:prSet/>
      <dgm:spPr/>
      <dgm:t>
        <a:bodyPr/>
        <a:lstStyle/>
        <a:p>
          <a:r>
            <a:rPr lang="en-US"/>
            <a:t>POST /api/images &gt; validate + store + segment</a:t>
          </a:r>
        </a:p>
      </dgm:t>
    </dgm:pt>
    <dgm:pt modelId="{F761F993-94C1-4DDD-8C6E-B3C57A40074A}" type="parTrans" cxnId="{DEC01807-BDD0-4AA5-8091-ECCDF603FDC6}">
      <dgm:prSet/>
      <dgm:spPr/>
      <dgm:t>
        <a:bodyPr/>
        <a:lstStyle/>
        <a:p>
          <a:endParaRPr lang="en-US"/>
        </a:p>
      </dgm:t>
    </dgm:pt>
    <dgm:pt modelId="{E063C940-62F3-418E-874A-72EE6882FC0F}" type="sibTrans" cxnId="{DEC01807-BDD0-4AA5-8091-ECCDF603FDC6}">
      <dgm:prSet/>
      <dgm:spPr/>
      <dgm:t>
        <a:bodyPr/>
        <a:lstStyle/>
        <a:p>
          <a:endParaRPr lang="en-US"/>
        </a:p>
      </dgm:t>
    </dgm:pt>
    <dgm:pt modelId="{D8415A95-8868-47F5-9CF7-8DABB23517D5}">
      <dgm:prSet/>
      <dgm:spPr/>
      <dgm:t>
        <a:bodyPr/>
        <a:lstStyle/>
        <a:p>
          <a:r>
            <a:rPr lang="en-US"/>
            <a:t>POST /api/jobs &gt; queue background job</a:t>
          </a:r>
        </a:p>
      </dgm:t>
    </dgm:pt>
    <dgm:pt modelId="{6781B1B4-D645-4C8D-AB75-362AE6BADC2F}" type="parTrans" cxnId="{45CD0626-974E-4B35-A78F-58122056B0B4}">
      <dgm:prSet/>
      <dgm:spPr/>
      <dgm:t>
        <a:bodyPr/>
        <a:lstStyle/>
        <a:p>
          <a:endParaRPr lang="en-US"/>
        </a:p>
      </dgm:t>
    </dgm:pt>
    <dgm:pt modelId="{09A20295-E56A-40A4-8C00-16A0BC4B4989}" type="sibTrans" cxnId="{45CD0626-974E-4B35-A78F-58122056B0B4}">
      <dgm:prSet/>
      <dgm:spPr/>
      <dgm:t>
        <a:bodyPr/>
        <a:lstStyle/>
        <a:p>
          <a:endParaRPr lang="en-US"/>
        </a:p>
      </dgm:t>
    </dgm:pt>
    <dgm:pt modelId="{CC41069B-FC7A-40E2-8263-878D026131CD}">
      <dgm:prSet/>
      <dgm:spPr/>
      <dgm:t>
        <a:bodyPr/>
        <a:lstStyle/>
        <a:p>
          <a:r>
            <a:rPr lang="en-US" dirty="0"/>
            <a:t>Job states: queued &gt; running &gt; done/failed</a:t>
          </a:r>
        </a:p>
      </dgm:t>
    </dgm:pt>
    <dgm:pt modelId="{AEA535CA-92C8-41DD-B065-75604957B0B5}" type="parTrans" cxnId="{AA8E160C-4B22-498E-9B65-1059AE80F1D6}">
      <dgm:prSet/>
      <dgm:spPr/>
      <dgm:t>
        <a:bodyPr/>
        <a:lstStyle/>
        <a:p>
          <a:endParaRPr lang="en-US"/>
        </a:p>
      </dgm:t>
    </dgm:pt>
    <dgm:pt modelId="{A873920F-2ABA-403C-AAF8-AEAB4F5863F8}" type="sibTrans" cxnId="{AA8E160C-4B22-498E-9B65-1059AE80F1D6}">
      <dgm:prSet/>
      <dgm:spPr/>
      <dgm:t>
        <a:bodyPr/>
        <a:lstStyle/>
        <a:p>
          <a:endParaRPr lang="en-US"/>
        </a:p>
      </dgm:t>
    </dgm:pt>
    <dgm:pt modelId="{6F32B7A1-1B6B-46F4-A1A9-9AB95E867508}">
      <dgm:prSet/>
      <dgm:spPr/>
      <dgm:t>
        <a:bodyPr/>
        <a:lstStyle/>
        <a:p>
          <a:r>
            <a:rPr lang="en-US"/>
            <a:t>GET /api/jobs/{job_id} for status/detail</a:t>
          </a:r>
        </a:p>
      </dgm:t>
    </dgm:pt>
    <dgm:pt modelId="{D5CDAC33-89DD-421A-95C3-B7E266017F06}" type="parTrans" cxnId="{AE1432AC-4516-4FAB-9436-DBD9A7283712}">
      <dgm:prSet/>
      <dgm:spPr/>
      <dgm:t>
        <a:bodyPr/>
        <a:lstStyle/>
        <a:p>
          <a:endParaRPr lang="en-US"/>
        </a:p>
      </dgm:t>
    </dgm:pt>
    <dgm:pt modelId="{96BEE003-3BA5-48B5-8387-8CCA305B1251}" type="sibTrans" cxnId="{AE1432AC-4516-4FAB-9436-DBD9A7283712}">
      <dgm:prSet/>
      <dgm:spPr/>
      <dgm:t>
        <a:bodyPr/>
        <a:lstStyle/>
        <a:p>
          <a:endParaRPr lang="en-US"/>
        </a:p>
      </dgm:t>
    </dgm:pt>
    <dgm:pt modelId="{E6D296F9-235F-47F0-A844-15E6FC399DBA}" type="pres">
      <dgm:prSet presAssocID="{6EF3FF19-097E-408F-81DB-F398C4CF1F29}" presName="outerComposite" presStyleCnt="0">
        <dgm:presLayoutVars>
          <dgm:chMax val="5"/>
          <dgm:dir/>
          <dgm:resizeHandles val="exact"/>
        </dgm:presLayoutVars>
      </dgm:prSet>
      <dgm:spPr/>
    </dgm:pt>
    <dgm:pt modelId="{F17E149A-AA6D-4511-863C-B707FFB3904D}" type="pres">
      <dgm:prSet presAssocID="{6EF3FF19-097E-408F-81DB-F398C4CF1F29}" presName="dummyMaxCanvas" presStyleCnt="0">
        <dgm:presLayoutVars/>
      </dgm:prSet>
      <dgm:spPr/>
    </dgm:pt>
    <dgm:pt modelId="{F1634FD3-E71F-499C-9852-5EB0497419A8}" type="pres">
      <dgm:prSet presAssocID="{6EF3FF19-097E-408F-81DB-F398C4CF1F29}" presName="FourNodes_1" presStyleLbl="node1" presStyleIdx="0" presStyleCnt="4">
        <dgm:presLayoutVars>
          <dgm:bulletEnabled val="1"/>
        </dgm:presLayoutVars>
      </dgm:prSet>
      <dgm:spPr/>
    </dgm:pt>
    <dgm:pt modelId="{9DFEF397-EA12-4FBE-9A9B-B4CFB7A6C603}" type="pres">
      <dgm:prSet presAssocID="{6EF3FF19-097E-408F-81DB-F398C4CF1F29}" presName="FourNodes_2" presStyleLbl="node1" presStyleIdx="1" presStyleCnt="4">
        <dgm:presLayoutVars>
          <dgm:bulletEnabled val="1"/>
        </dgm:presLayoutVars>
      </dgm:prSet>
      <dgm:spPr/>
    </dgm:pt>
    <dgm:pt modelId="{1A3B8C50-9457-4E34-A1EC-618E569BE9A1}" type="pres">
      <dgm:prSet presAssocID="{6EF3FF19-097E-408F-81DB-F398C4CF1F29}" presName="FourNodes_3" presStyleLbl="node1" presStyleIdx="2" presStyleCnt="4">
        <dgm:presLayoutVars>
          <dgm:bulletEnabled val="1"/>
        </dgm:presLayoutVars>
      </dgm:prSet>
      <dgm:spPr/>
    </dgm:pt>
    <dgm:pt modelId="{407D43B0-2BE7-4689-8198-558A36BB248D}" type="pres">
      <dgm:prSet presAssocID="{6EF3FF19-097E-408F-81DB-F398C4CF1F29}" presName="FourNodes_4" presStyleLbl="node1" presStyleIdx="3" presStyleCnt="4">
        <dgm:presLayoutVars>
          <dgm:bulletEnabled val="1"/>
        </dgm:presLayoutVars>
      </dgm:prSet>
      <dgm:spPr/>
    </dgm:pt>
    <dgm:pt modelId="{A88EEAE6-A570-4067-9443-9C79DCE81F24}" type="pres">
      <dgm:prSet presAssocID="{6EF3FF19-097E-408F-81DB-F398C4CF1F29}" presName="FourConn_1-2" presStyleLbl="fgAccFollowNode1" presStyleIdx="0" presStyleCnt="3">
        <dgm:presLayoutVars>
          <dgm:bulletEnabled val="1"/>
        </dgm:presLayoutVars>
      </dgm:prSet>
      <dgm:spPr/>
    </dgm:pt>
    <dgm:pt modelId="{A5FCE07E-FFEF-4559-9AD9-256FB9C1EE61}" type="pres">
      <dgm:prSet presAssocID="{6EF3FF19-097E-408F-81DB-F398C4CF1F29}" presName="FourConn_2-3" presStyleLbl="fgAccFollowNode1" presStyleIdx="1" presStyleCnt="3">
        <dgm:presLayoutVars>
          <dgm:bulletEnabled val="1"/>
        </dgm:presLayoutVars>
      </dgm:prSet>
      <dgm:spPr/>
    </dgm:pt>
    <dgm:pt modelId="{57DF10E5-E5A6-4579-B411-50CB64BCC826}" type="pres">
      <dgm:prSet presAssocID="{6EF3FF19-097E-408F-81DB-F398C4CF1F29}" presName="FourConn_3-4" presStyleLbl="fgAccFollowNode1" presStyleIdx="2" presStyleCnt="3">
        <dgm:presLayoutVars>
          <dgm:bulletEnabled val="1"/>
        </dgm:presLayoutVars>
      </dgm:prSet>
      <dgm:spPr/>
    </dgm:pt>
    <dgm:pt modelId="{C77DC888-86C4-4C7E-BD6B-623ED7D150A7}" type="pres">
      <dgm:prSet presAssocID="{6EF3FF19-097E-408F-81DB-F398C4CF1F29}" presName="FourNodes_1_text" presStyleLbl="node1" presStyleIdx="3" presStyleCnt="4">
        <dgm:presLayoutVars>
          <dgm:bulletEnabled val="1"/>
        </dgm:presLayoutVars>
      </dgm:prSet>
      <dgm:spPr/>
    </dgm:pt>
    <dgm:pt modelId="{EB1155BD-D0E2-486B-88AA-41D3EAD0F87B}" type="pres">
      <dgm:prSet presAssocID="{6EF3FF19-097E-408F-81DB-F398C4CF1F29}" presName="FourNodes_2_text" presStyleLbl="node1" presStyleIdx="3" presStyleCnt="4">
        <dgm:presLayoutVars>
          <dgm:bulletEnabled val="1"/>
        </dgm:presLayoutVars>
      </dgm:prSet>
      <dgm:spPr/>
    </dgm:pt>
    <dgm:pt modelId="{DDC1BEBA-821F-4B99-8C87-7F3637996340}" type="pres">
      <dgm:prSet presAssocID="{6EF3FF19-097E-408F-81DB-F398C4CF1F29}" presName="FourNodes_3_text" presStyleLbl="node1" presStyleIdx="3" presStyleCnt="4">
        <dgm:presLayoutVars>
          <dgm:bulletEnabled val="1"/>
        </dgm:presLayoutVars>
      </dgm:prSet>
      <dgm:spPr/>
    </dgm:pt>
    <dgm:pt modelId="{EF89EE42-52C7-4D53-AB65-789C5F46ED39}" type="pres">
      <dgm:prSet presAssocID="{6EF3FF19-097E-408F-81DB-F398C4CF1F29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DEC01807-BDD0-4AA5-8091-ECCDF603FDC6}" srcId="{6EF3FF19-097E-408F-81DB-F398C4CF1F29}" destId="{6F98BB9C-D87B-444E-9BAB-DADBE0FEAFB8}" srcOrd="0" destOrd="0" parTransId="{F761F993-94C1-4DDD-8C6E-B3C57A40074A}" sibTransId="{E063C940-62F3-418E-874A-72EE6882FC0F}"/>
    <dgm:cxn modelId="{AA8E160C-4B22-498E-9B65-1059AE80F1D6}" srcId="{6EF3FF19-097E-408F-81DB-F398C4CF1F29}" destId="{CC41069B-FC7A-40E2-8263-878D026131CD}" srcOrd="2" destOrd="0" parTransId="{AEA535CA-92C8-41DD-B065-75604957B0B5}" sibTransId="{A873920F-2ABA-403C-AAF8-AEAB4F5863F8}"/>
    <dgm:cxn modelId="{3785B910-D0A3-4CDB-B294-A09D00C5819E}" type="presOf" srcId="{CC41069B-FC7A-40E2-8263-878D026131CD}" destId="{1A3B8C50-9457-4E34-A1EC-618E569BE9A1}" srcOrd="0" destOrd="0" presId="urn:microsoft.com/office/officeart/2005/8/layout/vProcess5"/>
    <dgm:cxn modelId="{45CD0626-974E-4B35-A78F-58122056B0B4}" srcId="{6EF3FF19-097E-408F-81DB-F398C4CF1F29}" destId="{D8415A95-8868-47F5-9CF7-8DABB23517D5}" srcOrd="1" destOrd="0" parTransId="{6781B1B4-D645-4C8D-AB75-362AE6BADC2F}" sibTransId="{09A20295-E56A-40A4-8C00-16A0BC4B4989}"/>
    <dgm:cxn modelId="{662B483C-1EAA-419D-8259-BE40BAC4A343}" type="presOf" srcId="{D8415A95-8868-47F5-9CF7-8DABB23517D5}" destId="{EB1155BD-D0E2-486B-88AA-41D3EAD0F87B}" srcOrd="1" destOrd="0" presId="urn:microsoft.com/office/officeart/2005/8/layout/vProcess5"/>
    <dgm:cxn modelId="{14CE545F-5412-4287-AF70-898210577D4A}" type="presOf" srcId="{09A20295-E56A-40A4-8C00-16A0BC4B4989}" destId="{A5FCE07E-FFEF-4559-9AD9-256FB9C1EE61}" srcOrd="0" destOrd="0" presId="urn:microsoft.com/office/officeart/2005/8/layout/vProcess5"/>
    <dgm:cxn modelId="{83105C41-D147-4359-A0F8-6D28215A9AFB}" type="presOf" srcId="{6F98BB9C-D87B-444E-9BAB-DADBE0FEAFB8}" destId="{F1634FD3-E71F-499C-9852-5EB0497419A8}" srcOrd="0" destOrd="0" presId="urn:microsoft.com/office/officeart/2005/8/layout/vProcess5"/>
    <dgm:cxn modelId="{9F484B6A-C3F9-4326-B7E2-B89A7A3A2786}" type="presOf" srcId="{6F32B7A1-1B6B-46F4-A1A9-9AB95E867508}" destId="{EF89EE42-52C7-4D53-AB65-789C5F46ED39}" srcOrd="1" destOrd="0" presId="urn:microsoft.com/office/officeart/2005/8/layout/vProcess5"/>
    <dgm:cxn modelId="{54D0E259-1A43-4703-9A30-C9F95C8D021A}" type="presOf" srcId="{6F98BB9C-D87B-444E-9BAB-DADBE0FEAFB8}" destId="{C77DC888-86C4-4C7E-BD6B-623ED7D150A7}" srcOrd="1" destOrd="0" presId="urn:microsoft.com/office/officeart/2005/8/layout/vProcess5"/>
    <dgm:cxn modelId="{96B93891-2D90-432D-8764-C4E6981D9659}" type="presOf" srcId="{6EF3FF19-097E-408F-81DB-F398C4CF1F29}" destId="{E6D296F9-235F-47F0-A844-15E6FC399DBA}" srcOrd="0" destOrd="0" presId="urn:microsoft.com/office/officeart/2005/8/layout/vProcess5"/>
    <dgm:cxn modelId="{C9E7D8A1-78E4-4EE0-97EF-452CDA2BBBB8}" type="presOf" srcId="{D8415A95-8868-47F5-9CF7-8DABB23517D5}" destId="{9DFEF397-EA12-4FBE-9A9B-B4CFB7A6C603}" srcOrd="0" destOrd="0" presId="urn:microsoft.com/office/officeart/2005/8/layout/vProcess5"/>
    <dgm:cxn modelId="{371D2DA4-360E-4264-8FCC-427C0AB43CD7}" type="presOf" srcId="{6F32B7A1-1B6B-46F4-A1A9-9AB95E867508}" destId="{407D43B0-2BE7-4689-8198-558A36BB248D}" srcOrd="0" destOrd="0" presId="urn:microsoft.com/office/officeart/2005/8/layout/vProcess5"/>
    <dgm:cxn modelId="{AE1432AC-4516-4FAB-9436-DBD9A7283712}" srcId="{6EF3FF19-097E-408F-81DB-F398C4CF1F29}" destId="{6F32B7A1-1B6B-46F4-A1A9-9AB95E867508}" srcOrd="3" destOrd="0" parTransId="{D5CDAC33-89DD-421A-95C3-B7E266017F06}" sibTransId="{96BEE003-3BA5-48B5-8387-8CCA305B1251}"/>
    <dgm:cxn modelId="{D29B50D3-8524-43DF-8F0B-59A91048D23B}" type="presOf" srcId="{CC41069B-FC7A-40E2-8263-878D026131CD}" destId="{DDC1BEBA-821F-4B99-8C87-7F3637996340}" srcOrd="1" destOrd="0" presId="urn:microsoft.com/office/officeart/2005/8/layout/vProcess5"/>
    <dgm:cxn modelId="{9ADA94DE-8094-4710-ACDE-C46B1B94B383}" type="presOf" srcId="{A873920F-2ABA-403C-AAF8-AEAB4F5863F8}" destId="{57DF10E5-E5A6-4579-B411-50CB64BCC826}" srcOrd="0" destOrd="0" presId="urn:microsoft.com/office/officeart/2005/8/layout/vProcess5"/>
    <dgm:cxn modelId="{D3C7F5F3-EC73-4450-8868-3CE0445D1B4E}" type="presOf" srcId="{E063C940-62F3-418E-874A-72EE6882FC0F}" destId="{A88EEAE6-A570-4067-9443-9C79DCE81F24}" srcOrd="0" destOrd="0" presId="urn:microsoft.com/office/officeart/2005/8/layout/vProcess5"/>
    <dgm:cxn modelId="{2586220D-8415-4538-90C4-37DF549B42E8}" type="presParOf" srcId="{E6D296F9-235F-47F0-A844-15E6FC399DBA}" destId="{F17E149A-AA6D-4511-863C-B707FFB3904D}" srcOrd="0" destOrd="0" presId="urn:microsoft.com/office/officeart/2005/8/layout/vProcess5"/>
    <dgm:cxn modelId="{657B78ED-90DF-4E6B-9E79-C39CD9EBC279}" type="presParOf" srcId="{E6D296F9-235F-47F0-A844-15E6FC399DBA}" destId="{F1634FD3-E71F-499C-9852-5EB0497419A8}" srcOrd="1" destOrd="0" presId="urn:microsoft.com/office/officeart/2005/8/layout/vProcess5"/>
    <dgm:cxn modelId="{1C358840-E5D3-4405-9406-DB86078DF744}" type="presParOf" srcId="{E6D296F9-235F-47F0-A844-15E6FC399DBA}" destId="{9DFEF397-EA12-4FBE-9A9B-B4CFB7A6C603}" srcOrd="2" destOrd="0" presId="urn:microsoft.com/office/officeart/2005/8/layout/vProcess5"/>
    <dgm:cxn modelId="{0ACD1BC1-5621-4EBA-B0FF-3B5801BDCAE5}" type="presParOf" srcId="{E6D296F9-235F-47F0-A844-15E6FC399DBA}" destId="{1A3B8C50-9457-4E34-A1EC-618E569BE9A1}" srcOrd="3" destOrd="0" presId="urn:microsoft.com/office/officeart/2005/8/layout/vProcess5"/>
    <dgm:cxn modelId="{7F6C87EB-5549-49A5-9048-D408F302D2C8}" type="presParOf" srcId="{E6D296F9-235F-47F0-A844-15E6FC399DBA}" destId="{407D43B0-2BE7-4689-8198-558A36BB248D}" srcOrd="4" destOrd="0" presId="urn:microsoft.com/office/officeart/2005/8/layout/vProcess5"/>
    <dgm:cxn modelId="{9FACB86B-5A31-49EB-9D32-A150BF817B12}" type="presParOf" srcId="{E6D296F9-235F-47F0-A844-15E6FC399DBA}" destId="{A88EEAE6-A570-4067-9443-9C79DCE81F24}" srcOrd="5" destOrd="0" presId="urn:microsoft.com/office/officeart/2005/8/layout/vProcess5"/>
    <dgm:cxn modelId="{F609C2C7-85EA-47A3-A0FE-11C210A8157F}" type="presParOf" srcId="{E6D296F9-235F-47F0-A844-15E6FC399DBA}" destId="{A5FCE07E-FFEF-4559-9AD9-256FB9C1EE61}" srcOrd="6" destOrd="0" presId="urn:microsoft.com/office/officeart/2005/8/layout/vProcess5"/>
    <dgm:cxn modelId="{CF2F3577-D83B-44BC-A0DE-D58A084351BE}" type="presParOf" srcId="{E6D296F9-235F-47F0-A844-15E6FC399DBA}" destId="{57DF10E5-E5A6-4579-B411-50CB64BCC826}" srcOrd="7" destOrd="0" presId="urn:microsoft.com/office/officeart/2005/8/layout/vProcess5"/>
    <dgm:cxn modelId="{D3E3F5E8-2E2C-4BE3-8D2D-8D9844C9DAF9}" type="presParOf" srcId="{E6D296F9-235F-47F0-A844-15E6FC399DBA}" destId="{C77DC888-86C4-4C7E-BD6B-623ED7D150A7}" srcOrd="8" destOrd="0" presId="urn:microsoft.com/office/officeart/2005/8/layout/vProcess5"/>
    <dgm:cxn modelId="{1E78ED91-631A-4E07-8E18-7987B3810AED}" type="presParOf" srcId="{E6D296F9-235F-47F0-A844-15E6FC399DBA}" destId="{EB1155BD-D0E2-486B-88AA-41D3EAD0F87B}" srcOrd="9" destOrd="0" presId="urn:microsoft.com/office/officeart/2005/8/layout/vProcess5"/>
    <dgm:cxn modelId="{0D52E67B-FD35-49DE-B332-EE358C3B625F}" type="presParOf" srcId="{E6D296F9-235F-47F0-A844-15E6FC399DBA}" destId="{DDC1BEBA-821F-4B99-8C87-7F3637996340}" srcOrd="10" destOrd="0" presId="urn:microsoft.com/office/officeart/2005/8/layout/vProcess5"/>
    <dgm:cxn modelId="{109BC6FF-ECB4-4CE3-8BF5-78B096EA17AE}" type="presParOf" srcId="{E6D296F9-235F-47F0-A844-15E6FC399DBA}" destId="{EF89EE42-52C7-4D53-AB65-789C5F46ED3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BD2F615-85AE-45F4-BB2B-6EC5752CA1AD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C635830-31E6-4266-8CAE-7311B1301115}">
      <dgm:prSet phldrT="[Text]" phldr="0"/>
      <dgm:spPr/>
      <dgm:t>
        <a:bodyPr/>
        <a:lstStyle/>
        <a:p>
          <a:r>
            <a:rPr lang="en-US" dirty="0"/>
            <a:t>Login</a:t>
          </a:r>
        </a:p>
      </dgm:t>
    </dgm:pt>
    <dgm:pt modelId="{6D7FC945-7C5B-4997-BEFC-EB9A372BA441}" type="parTrans" cxnId="{0F1219C2-2E02-42DD-AF90-FEFED3751F3E}">
      <dgm:prSet/>
      <dgm:spPr/>
      <dgm:t>
        <a:bodyPr/>
        <a:lstStyle/>
        <a:p>
          <a:endParaRPr lang="en-US"/>
        </a:p>
      </dgm:t>
    </dgm:pt>
    <dgm:pt modelId="{F506FA5C-D6AC-43AD-9856-59686F150F9C}" type="sibTrans" cxnId="{0F1219C2-2E02-42DD-AF90-FEFED3751F3E}">
      <dgm:prSet/>
      <dgm:spPr/>
      <dgm:t>
        <a:bodyPr/>
        <a:lstStyle/>
        <a:p>
          <a:endParaRPr lang="en-US"/>
        </a:p>
      </dgm:t>
    </dgm:pt>
    <dgm:pt modelId="{12B6C097-EAF0-4280-BED8-4451D6F9C1D1}">
      <dgm:prSet phldrT="[Text]" phldr="0"/>
      <dgm:spPr/>
      <dgm:t>
        <a:bodyPr/>
        <a:lstStyle/>
        <a:p>
          <a:r>
            <a:rPr lang="en-US" dirty="0"/>
            <a:t>Upload Image</a:t>
          </a:r>
        </a:p>
      </dgm:t>
    </dgm:pt>
    <dgm:pt modelId="{41DC9423-F50F-4036-AAA9-7AC643CC825B}" type="parTrans" cxnId="{B16114B6-5523-46E1-94C1-CBAF130FD4F0}">
      <dgm:prSet/>
      <dgm:spPr/>
      <dgm:t>
        <a:bodyPr/>
        <a:lstStyle/>
        <a:p>
          <a:endParaRPr lang="en-US"/>
        </a:p>
      </dgm:t>
    </dgm:pt>
    <dgm:pt modelId="{6E8F8D5D-2D46-4528-BA77-748A84B4798D}" type="sibTrans" cxnId="{B16114B6-5523-46E1-94C1-CBAF130FD4F0}">
      <dgm:prSet/>
      <dgm:spPr/>
      <dgm:t>
        <a:bodyPr/>
        <a:lstStyle/>
        <a:p>
          <a:endParaRPr lang="en-US"/>
        </a:p>
      </dgm:t>
    </dgm:pt>
    <dgm:pt modelId="{5E2C96A9-7273-4409-9100-8444EA07FAAD}">
      <dgm:prSet phldrT="[Text]" phldr="0"/>
      <dgm:spPr/>
      <dgm:t>
        <a:bodyPr/>
        <a:lstStyle/>
        <a:p>
          <a:r>
            <a:rPr lang="en-US" dirty="0"/>
            <a:t>Create Processing Job</a:t>
          </a:r>
        </a:p>
      </dgm:t>
    </dgm:pt>
    <dgm:pt modelId="{E60B5F2D-4B2A-47A7-87CB-BBC428CE4DEF}" type="parTrans" cxnId="{1607EDF9-A358-4DF2-A686-D579F00BC361}">
      <dgm:prSet/>
      <dgm:spPr/>
      <dgm:t>
        <a:bodyPr/>
        <a:lstStyle/>
        <a:p>
          <a:endParaRPr lang="en-US"/>
        </a:p>
      </dgm:t>
    </dgm:pt>
    <dgm:pt modelId="{1BAAD48D-4DD3-40F9-AA2D-E130857F74B0}" type="sibTrans" cxnId="{1607EDF9-A358-4DF2-A686-D579F00BC361}">
      <dgm:prSet/>
      <dgm:spPr/>
      <dgm:t>
        <a:bodyPr/>
        <a:lstStyle/>
        <a:p>
          <a:endParaRPr lang="en-US"/>
        </a:p>
      </dgm:t>
    </dgm:pt>
    <dgm:pt modelId="{103B6A57-B1C3-4331-9B4A-5393C3E028E9}">
      <dgm:prSet phldrT="[Text]" phldr="0"/>
      <dgm:spPr/>
      <dgm:t>
        <a:bodyPr/>
        <a:lstStyle/>
        <a:p>
          <a:r>
            <a:rPr lang="en-US" dirty="0"/>
            <a:t>Track job status</a:t>
          </a:r>
        </a:p>
      </dgm:t>
    </dgm:pt>
    <dgm:pt modelId="{7B943337-9DEA-45D8-940A-6F3D9319E242}" type="parTrans" cxnId="{DAF8BC01-D365-47E6-8F55-EEBCA4721D49}">
      <dgm:prSet/>
      <dgm:spPr/>
      <dgm:t>
        <a:bodyPr/>
        <a:lstStyle/>
        <a:p>
          <a:endParaRPr lang="en-US"/>
        </a:p>
      </dgm:t>
    </dgm:pt>
    <dgm:pt modelId="{3F491833-2D13-4479-B11E-72B2E79C3EC7}" type="sibTrans" cxnId="{DAF8BC01-D365-47E6-8F55-EEBCA4721D49}">
      <dgm:prSet/>
      <dgm:spPr/>
      <dgm:t>
        <a:bodyPr/>
        <a:lstStyle/>
        <a:p>
          <a:endParaRPr lang="en-US"/>
        </a:p>
      </dgm:t>
    </dgm:pt>
    <dgm:pt modelId="{2555C3FF-82F8-4A37-B0E8-01B7A2C4012F}">
      <dgm:prSet phldrT="[Text]" phldr="0"/>
      <dgm:spPr/>
      <dgm:t>
        <a:bodyPr/>
        <a:lstStyle/>
        <a:p>
          <a:r>
            <a:rPr lang="en-US" dirty="0"/>
            <a:t>View results and metrics</a:t>
          </a:r>
        </a:p>
      </dgm:t>
    </dgm:pt>
    <dgm:pt modelId="{07943F01-8904-4178-B097-4744741F0FA2}" type="parTrans" cxnId="{DFCA8925-8992-4438-B150-BBC44E966D74}">
      <dgm:prSet/>
      <dgm:spPr/>
      <dgm:t>
        <a:bodyPr/>
        <a:lstStyle/>
        <a:p>
          <a:endParaRPr lang="en-US"/>
        </a:p>
      </dgm:t>
    </dgm:pt>
    <dgm:pt modelId="{3DFFB0D9-CAE2-4FA0-84DA-984052A6750A}" type="sibTrans" cxnId="{DFCA8925-8992-4438-B150-BBC44E966D74}">
      <dgm:prSet/>
      <dgm:spPr/>
      <dgm:t>
        <a:bodyPr/>
        <a:lstStyle/>
        <a:p>
          <a:endParaRPr lang="en-US"/>
        </a:p>
      </dgm:t>
    </dgm:pt>
    <dgm:pt modelId="{73347162-7790-4CD5-8FFC-294078E5485F}" type="pres">
      <dgm:prSet presAssocID="{BBD2F615-85AE-45F4-BB2B-6EC5752CA1AD}" presName="outerComposite" presStyleCnt="0">
        <dgm:presLayoutVars>
          <dgm:chMax val="5"/>
          <dgm:dir/>
          <dgm:resizeHandles val="exact"/>
        </dgm:presLayoutVars>
      </dgm:prSet>
      <dgm:spPr/>
    </dgm:pt>
    <dgm:pt modelId="{1A64732B-0E83-4AA8-802B-B64D823EA025}" type="pres">
      <dgm:prSet presAssocID="{BBD2F615-85AE-45F4-BB2B-6EC5752CA1AD}" presName="dummyMaxCanvas" presStyleCnt="0">
        <dgm:presLayoutVars/>
      </dgm:prSet>
      <dgm:spPr/>
    </dgm:pt>
    <dgm:pt modelId="{1443ED3D-2A73-4E0B-840F-5B9979455F75}" type="pres">
      <dgm:prSet presAssocID="{BBD2F615-85AE-45F4-BB2B-6EC5752CA1AD}" presName="FiveNodes_1" presStyleLbl="node1" presStyleIdx="0" presStyleCnt="5">
        <dgm:presLayoutVars>
          <dgm:bulletEnabled val="1"/>
        </dgm:presLayoutVars>
      </dgm:prSet>
      <dgm:spPr/>
    </dgm:pt>
    <dgm:pt modelId="{740AE2CA-FAE9-4DF8-BA50-E61AC4F0FEA1}" type="pres">
      <dgm:prSet presAssocID="{BBD2F615-85AE-45F4-BB2B-6EC5752CA1AD}" presName="FiveNodes_2" presStyleLbl="node1" presStyleIdx="1" presStyleCnt="5">
        <dgm:presLayoutVars>
          <dgm:bulletEnabled val="1"/>
        </dgm:presLayoutVars>
      </dgm:prSet>
      <dgm:spPr/>
    </dgm:pt>
    <dgm:pt modelId="{1F20F1DD-225C-4364-8328-11F79C0C5084}" type="pres">
      <dgm:prSet presAssocID="{BBD2F615-85AE-45F4-BB2B-6EC5752CA1AD}" presName="FiveNodes_3" presStyleLbl="node1" presStyleIdx="2" presStyleCnt="5">
        <dgm:presLayoutVars>
          <dgm:bulletEnabled val="1"/>
        </dgm:presLayoutVars>
      </dgm:prSet>
      <dgm:spPr/>
    </dgm:pt>
    <dgm:pt modelId="{81F15D86-3F47-4EBD-B0D8-9E898E2759C5}" type="pres">
      <dgm:prSet presAssocID="{BBD2F615-85AE-45F4-BB2B-6EC5752CA1AD}" presName="FiveNodes_4" presStyleLbl="node1" presStyleIdx="3" presStyleCnt="5">
        <dgm:presLayoutVars>
          <dgm:bulletEnabled val="1"/>
        </dgm:presLayoutVars>
      </dgm:prSet>
      <dgm:spPr/>
    </dgm:pt>
    <dgm:pt modelId="{4F1BCA96-DB05-4238-949C-9429D7040458}" type="pres">
      <dgm:prSet presAssocID="{BBD2F615-85AE-45F4-BB2B-6EC5752CA1AD}" presName="FiveNodes_5" presStyleLbl="node1" presStyleIdx="4" presStyleCnt="5">
        <dgm:presLayoutVars>
          <dgm:bulletEnabled val="1"/>
        </dgm:presLayoutVars>
      </dgm:prSet>
      <dgm:spPr/>
    </dgm:pt>
    <dgm:pt modelId="{8C5806B4-8068-4A30-A429-7658D8AA83D3}" type="pres">
      <dgm:prSet presAssocID="{BBD2F615-85AE-45F4-BB2B-6EC5752CA1AD}" presName="FiveConn_1-2" presStyleLbl="fgAccFollowNode1" presStyleIdx="0" presStyleCnt="4">
        <dgm:presLayoutVars>
          <dgm:bulletEnabled val="1"/>
        </dgm:presLayoutVars>
      </dgm:prSet>
      <dgm:spPr/>
    </dgm:pt>
    <dgm:pt modelId="{70F55803-A8C4-4AA1-B3F2-3BB20D372718}" type="pres">
      <dgm:prSet presAssocID="{BBD2F615-85AE-45F4-BB2B-6EC5752CA1AD}" presName="FiveConn_2-3" presStyleLbl="fgAccFollowNode1" presStyleIdx="1" presStyleCnt="4">
        <dgm:presLayoutVars>
          <dgm:bulletEnabled val="1"/>
        </dgm:presLayoutVars>
      </dgm:prSet>
      <dgm:spPr/>
    </dgm:pt>
    <dgm:pt modelId="{779D1431-EE8D-4A1F-81D4-FED7C3287DBE}" type="pres">
      <dgm:prSet presAssocID="{BBD2F615-85AE-45F4-BB2B-6EC5752CA1AD}" presName="FiveConn_3-4" presStyleLbl="fgAccFollowNode1" presStyleIdx="2" presStyleCnt="4">
        <dgm:presLayoutVars>
          <dgm:bulletEnabled val="1"/>
        </dgm:presLayoutVars>
      </dgm:prSet>
      <dgm:spPr/>
    </dgm:pt>
    <dgm:pt modelId="{E2853E3D-605B-4686-A0C2-59E07192E5C9}" type="pres">
      <dgm:prSet presAssocID="{BBD2F615-85AE-45F4-BB2B-6EC5752CA1AD}" presName="FiveConn_4-5" presStyleLbl="fgAccFollowNode1" presStyleIdx="3" presStyleCnt="4">
        <dgm:presLayoutVars>
          <dgm:bulletEnabled val="1"/>
        </dgm:presLayoutVars>
      </dgm:prSet>
      <dgm:spPr/>
    </dgm:pt>
    <dgm:pt modelId="{F6470DBC-768E-4104-814A-DD41B1BC8881}" type="pres">
      <dgm:prSet presAssocID="{BBD2F615-85AE-45F4-BB2B-6EC5752CA1AD}" presName="FiveNodes_1_text" presStyleLbl="node1" presStyleIdx="4" presStyleCnt="5">
        <dgm:presLayoutVars>
          <dgm:bulletEnabled val="1"/>
        </dgm:presLayoutVars>
      </dgm:prSet>
      <dgm:spPr/>
    </dgm:pt>
    <dgm:pt modelId="{A2094A56-E2AA-4779-84FB-0030ADA2F432}" type="pres">
      <dgm:prSet presAssocID="{BBD2F615-85AE-45F4-BB2B-6EC5752CA1AD}" presName="FiveNodes_2_text" presStyleLbl="node1" presStyleIdx="4" presStyleCnt="5">
        <dgm:presLayoutVars>
          <dgm:bulletEnabled val="1"/>
        </dgm:presLayoutVars>
      </dgm:prSet>
      <dgm:spPr/>
    </dgm:pt>
    <dgm:pt modelId="{4402B505-B916-4EAC-A057-198FFA8180B4}" type="pres">
      <dgm:prSet presAssocID="{BBD2F615-85AE-45F4-BB2B-6EC5752CA1AD}" presName="FiveNodes_3_text" presStyleLbl="node1" presStyleIdx="4" presStyleCnt="5">
        <dgm:presLayoutVars>
          <dgm:bulletEnabled val="1"/>
        </dgm:presLayoutVars>
      </dgm:prSet>
      <dgm:spPr/>
    </dgm:pt>
    <dgm:pt modelId="{FAB6C1D1-A667-44A6-B00B-70DD27D4A5AE}" type="pres">
      <dgm:prSet presAssocID="{BBD2F615-85AE-45F4-BB2B-6EC5752CA1AD}" presName="FiveNodes_4_text" presStyleLbl="node1" presStyleIdx="4" presStyleCnt="5">
        <dgm:presLayoutVars>
          <dgm:bulletEnabled val="1"/>
        </dgm:presLayoutVars>
      </dgm:prSet>
      <dgm:spPr/>
    </dgm:pt>
    <dgm:pt modelId="{E01C5986-AFC7-4D41-8601-907E34A073BA}" type="pres">
      <dgm:prSet presAssocID="{BBD2F615-85AE-45F4-BB2B-6EC5752CA1AD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DAF8BC01-D365-47E6-8F55-EEBCA4721D49}" srcId="{BBD2F615-85AE-45F4-BB2B-6EC5752CA1AD}" destId="{103B6A57-B1C3-4331-9B4A-5393C3E028E9}" srcOrd="3" destOrd="0" parTransId="{7B943337-9DEA-45D8-940A-6F3D9319E242}" sibTransId="{3F491833-2D13-4479-B11E-72B2E79C3EC7}"/>
    <dgm:cxn modelId="{64D8D915-5D0F-4207-9374-166729AEF692}" type="presOf" srcId="{3F491833-2D13-4479-B11E-72B2E79C3EC7}" destId="{E2853E3D-605B-4686-A0C2-59E07192E5C9}" srcOrd="0" destOrd="0" presId="urn:microsoft.com/office/officeart/2005/8/layout/vProcess5"/>
    <dgm:cxn modelId="{4518B823-499D-43E4-BD3B-48FB5BCA0B4B}" type="presOf" srcId="{2555C3FF-82F8-4A37-B0E8-01B7A2C4012F}" destId="{4F1BCA96-DB05-4238-949C-9429D7040458}" srcOrd="0" destOrd="0" presId="urn:microsoft.com/office/officeart/2005/8/layout/vProcess5"/>
    <dgm:cxn modelId="{DFCA8925-8992-4438-B150-BBC44E966D74}" srcId="{BBD2F615-85AE-45F4-BB2B-6EC5752CA1AD}" destId="{2555C3FF-82F8-4A37-B0E8-01B7A2C4012F}" srcOrd="4" destOrd="0" parTransId="{07943F01-8904-4178-B097-4744741F0FA2}" sibTransId="{3DFFB0D9-CAE2-4FA0-84DA-984052A6750A}"/>
    <dgm:cxn modelId="{6396C363-65F9-4DF1-B56C-E9C874B8AE56}" type="presOf" srcId="{6E8F8D5D-2D46-4528-BA77-748A84B4798D}" destId="{70F55803-A8C4-4AA1-B3F2-3BB20D372718}" srcOrd="0" destOrd="0" presId="urn:microsoft.com/office/officeart/2005/8/layout/vProcess5"/>
    <dgm:cxn modelId="{5985E655-0250-4DCD-A2EB-010AC638B4FD}" type="presOf" srcId="{EC635830-31E6-4266-8CAE-7311B1301115}" destId="{F6470DBC-768E-4104-814A-DD41B1BC8881}" srcOrd="1" destOrd="0" presId="urn:microsoft.com/office/officeart/2005/8/layout/vProcess5"/>
    <dgm:cxn modelId="{46C69583-1CDB-413C-BF10-458B4B6B943D}" type="presOf" srcId="{1BAAD48D-4DD3-40F9-AA2D-E130857F74B0}" destId="{779D1431-EE8D-4A1F-81D4-FED7C3287DBE}" srcOrd="0" destOrd="0" presId="urn:microsoft.com/office/officeart/2005/8/layout/vProcess5"/>
    <dgm:cxn modelId="{1089498C-91D8-4866-B777-E795F55205CA}" type="presOf" srcId="{103B6A57-B1C3-4331-9B4A-5393C3E028E9}" destId="{81F15D86-3F47-4EBD-B0D8-9E898E2759C5}" srcOrd="0" destOrd="0" presId="urn:microsoft.com/office/officeart/2005/8/layout/vProcess5"/>
    <dgm:cxn modelId="{88C46BA9-821E-4D24-8C39-102F8F28D2E9}" type="presOf" srcId="{103B6A57-B1C3-4331-9B4A-5393C3E028E9}" destId="{FAB6C1D1-A667-44A6-B00B-70DD27D4A5AE}" srcOrd="1" destOrd="0" presId="urn:microsoft.com/office/officeart/2005/8/layout/vProcess5"/>
    <dgm:cxn modelId="{BBA29BA9-3F7C-4689-BCDD-75C2C0E66CD7}" type="presOf" srcId="{5E2C96A9-7273-4409-9100-8444EA07FAAD}" destId="{1F20F1DD-225C-4364-8328-11F79C0C5084}" srcOrd="0" destOrd="0" presId="urn:microsoft.com/office/officeart/2005/8/layout/vProcess5"/>
    <dgm:cxn modelId="{5ACAA5AC-47A1-43C3-9954-4012D2CEDD43}" type="presOf" srcId="{12B6C097-EAF0-4280-BED8-4451D6F9C1D1}" destId="{A2094A56-E2AA-4779-84FB-0030ADA2F432}" srcOrd="1" destOrd="0" presId="urn:microsoft.com/office/officeart/2005/8/layout/vProcess5"/>
    <dgm:cxn modelId="{B16114B6-5523-46E1-94C1-CBAF130FD4F0}" srcId="{BBD2F615-85AE-45F4-BB2B-6EC5752CA1AD}" destId="{12B6C097-EAF0-4280-BED8-4451D6F9C1D1}" srcOrd="1" destOrd="0" parTransId="{41DC9423-F50F-4036-AAA9-7AC643CC825B}" sibTransId="{6E8F8D5D-2D46-4528-BA77-748A84B4798D}"/>
    <dgm:cxn modelId="{1296B9BA-DC20-4EE6-8EA9-708DD9E93949}" type="presOf" srcId="{5E2C96A9-7273-4409-9100-8444EA07FAAD}" destId="{4402B505-B916-4EAC-A057-198FFA8180B4}" srcOrd="1" destOrd="0" presId="urn:microsoft.com/office/officeart/2005/8/layout/vProcess5"/>
    <dgm:cxn modelId="{0F1219C2-2E02-42DD-AF90-FEFED3751F3E}" srcId="{BBD2F615-85AE-45F4-BB2B-6EC5752CA1AD}" destId="{EC635830-31E6-4266-8CAE-7311B1301115}" srcOrd="0" destOrd="0" parTransId="{6D7FC945-7C5B-4997-BEFC-EB9A372BA441}" sibTransId="{F506FA5C-D6AC-43AD-9856-59686F150F9C}"/>
    <dgm:cxn modelId="{43305BD0-DCB2-4C2F-927B-3127F0E365EB}" type="presOf" srcId="{F506FA5C-D6AC-43AD-9856-59686F150F9C}" destId="{8C5806B4-8068-4A30-A429-7658D8AA83D3}" srcOrd="0" destOrd="0" presId="urn:microsoft.com/office/officeart/2005/8/layout/vProcess5"/>
    <dgm:cxn modelId="{7B9CC2D0-0F5B-4C07-958F-915D4A06A995}" type="presOf" srcId="{12B6C097-EAF0-4280-BED8-4451D6F9C1D1}" destId="{740AE2CA-FAE9-4DF8-BA50-E61AC4F0FEA1}" srcOrd="0" destOrd="0" presId="urn:microsoft.com/office/officeart/2005/8/layout/vProcess5"/>
    <dgm:cxn modelId="{5C854CE3-84F2-41A0-AD2C-2D35356DD24D}" type="presOf" srcId="{BBD2F615-85AE-45F4-BB2B-6EC5752CA1AD}" destId="{73347162-7790-4CD5-8FFC-294078E5485F}" srcOrd="0" destOrd="0" presId="urn:microsoft.com/office/officeart/2005/8/layout/vProcess5"/>
    <dgm:cxn modelId="{60570EF3-8EC1-4764-A596-69DB32603BC7}" type="presOf" srcId="{EC635830-31E6-4266-8CAE-7311B1301115}" destId="{1443ED3D-2A73-4E0B-840F-5B9979455F75}" srcOrd="0" destOrd="0" presId="urn:microsoft.com/office/officeart/2005/8/layout/vProcess5"/>
    <dgm:cxn modelId="{761D44F8-E048-458C-BDB3-020DA0E3DCFF}" type="presOf" srcId="{2555C3FF-82F8-4A37-B0E8-01B7A2C4012F}" destId="{E01C5986-AFC7-4D41-8601-907E34A073BA}" srcOrd="1" destOrd="0" presId="urn:microsoft.com/office/officeart/2005/8/layout/vProcess5"/>
    <dgm:cxn modelId="{1607EDF9-A358-4DF2-A686-D579F00BC361}" srcId="{BBD2F615-85AE-45F4-BB2B-6EC5752CA1AD}" destId="{5E2C96A9-7273-4409-9100-8444EA07FAAD}" srcOrd="2" destOrd="0" parTransId="{E60B5F2D-4B2A-47A7-87CB-BBC428CE4DEF}" sibTransId="{1BAAD48D-4DD3-40F9-AA2D-E130857F74B0}"/>
    <dgm:cxn modelId="{81A0C81B-7905-4BBB-AA2E-0EB32A8DA9FF}" type="presParOf" srcId="{73347162-7790-4CD5-8FFC-294078E5485F}" destId="{1A64732B-0E83-4AA8-802B-B64D823EA025}" srcOrd="0" destOrd="0" presId="urn:microsoft.com/office/officeart/2005/8/layout/vProcess5"/>
    <dgm:cxn modelId="{7C9F819F-6918-41F3-8844-583E48C79E3C}" type="presParOf" srcId="{73347162-7790-4CD5-8FFC-294078E5485F}" destId="{1443ED3D-2A73-4E0B-840F-5B9979455F75}" srcOrd="1" destOrd="0" presId="urn:microsoft.com/office/officeart/2005/8/layout/vProcess5"/>
    <dgm:cxn modelId="{0B896F4F-AD76-489E-8927-0DD97C0189AD}" type="presParOf" srcId="{73347162-7790-4CD5-8FFC-294078E5485F}" destId="{740AE2CA-FAE9-4DF8-BA50-E61AC4F0FEA1}" srcOrd="2" destOrd="0" presId="urn:microsoft.com/office/officeart/2005/8/layout/vProcess5"/>
    <dgm:cxn modelId="{6F409F64-5AC4-458E-8BDE-577990EA0D0E}" type="presParOf" srcId="{73347162-7790-4CD5-8FFC-294078E5485F}" destId="{1F20F1DD-225C-4364-8328-11F79C0C5084}" srcOrd="3" destOrd="0" presId="urn:microsoft.com/office/officeart/2005/8/layout/vProcess5"/>
    <dgm:cxn modelId="{8D61DBDE-EE6C-453C-8BFE-6B6A5DEBCEC3}" type="presParOf" srcId="{73347162-7790-4CD5-8FFC-294078E5485F}" destId="{81F15D86-3F47-4EBD-B0D8-9E898E2759C5}" srcOrd="4" destOrd="0" presId="urn:microsoft.com/office/officeart/2005/8/layout/vProcess5"/>
    <dgm:cxn modelId="{794C288A-6494-4317-93AF-F55CAB9B83C0}" type="presParOf" srcId="{73347162-7790-4CD5-8FFC-294078E5485F}" destId="{4F1BCA96-DB05-4238-949C-9429D7040458}" srcOrd="5" destOrd="0" presId="urn:microsoft.com/office/officeart/2005/8/layout/vProcess5"/>
    <dgm:cxn modelId="{A81C19F2-2FD0-49E7-86A4-9F0C24E303E8}" type="presParOf" srcId="{73347162-7790-4CD5-8FFC-294078E5485F}" destId="{8C5806B4-8068-4A30-A429-7658D8AA83D3}" srcOrd="6" destOrd="0" presId="urn:microsoft.com/office/officeart/2005/8/layout/vProcess5"/>
    <dgm:cxn modelId="{AA7127A0-D719-4787-9B32-9DFC6086F154}" type="presParOf" srcId="{73347162-7790-4CD5-8FFC-294078E5485F}" destId="{70F55803-A8C4-4AA1-B3F2-3BB20D372718}" srcOrd="7" destOrd="0" presId="urn:microsoft.com/office/officeart/2005/8/layout/vProcess5"/>
    <dgm:cxn modelId="{7D7D9B30-5C39-4873-B503-0B499B9DE3B9}" type="presParOf" srcId="{73347162-7790-4CD5-8FFC-294078E5485F}" destId="{779D1431-EE8D-4A1F-81D4-FED7C3287DBE}" srcOrd="8" destOrd="0" presId="urn:microsoft.com/office/officeart/2005/8/layout/vProcess5"/>
    <dgm:cxn modelId="{63DB5195-030F-4674-99AF-2C7E2A0E6D58}" type="presParOf" srcId="{73347162-7790-4CD5-8FFC-294078E5485F}" destId="{E2853E3D-605B-4686-A0C2-59E07192E5C9}" srcOrd="9" destOrd="0" presId="urn:microsoft.com/office/officeart/2005/8/layout/vProcess5"/>
    <dgm:cxn modelId="{3F1B6B32-4616-4357-80AD-89D5B277B626}" type="presParOf" srcId="{73347162-7790-4CD5-8FFC-294078E5485F}" destId="{F6470DBC-768E-4104-814A-DD41B1BC8881}" srcOrd="10" destOrd="0" presId="urn:microsoft.com/office/officeart/2005/8/layout/vProcess5"/>
    <dgm:cxn modelId="{978B4EEF-C20F-4CDF-8E5D-44D9A0548079}" type="presParOf" srcId="{73347162-7790-4CD5-8FFC-294078E5485F}" destId="{A2094A56-E2AA-4779-84FB-0030ADA2F432}" srcOrd="11" destOrd="0" presId="urn:microsoft.com/office/officeart/2005/8/layout/vProcess5"/>
    <dgm:cxn modelId="{B23A848A-740E-41D2-9900-F5BA05328372}" type="presParOf" srcId="{73347162-7790-4CD5-8FFC-294078E5485F}" destId="{4402B505-B916-4EAC-A057-198FFA8180B4}" srcOrd="12" destOrd="0" presId="urn:microsoft.com/office/officeart/2005/8/layout/vProcess5"/>
    <dgm:cxn modelId="{E39F31DF-E2D9-47D5-9F03-2093736639FD}" type="presParOf" srcId="{73347162-7790-4CD5-8FFC-294078E5485F}" destId="{FAB6C1D1-A667-44A6-B00B-70DD27D4A5AE}" srcOrd="13" destOrd="0" presId="urn:microsoft.com/office/officeart/2005/8/layout/vProcess5"/>
    <dgm:cxn modelId="{050169F1-820C-4536-A276-6D9D66614316}" type="presParOf" srcId="{73347162-7790-4CD5-8FFC-294078E5485F}" destId="{E01C5986-AFC7-4D41-8601-907E34A073B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EF3FF19-097E-408F-81DB-F398C4CF1F29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F98BB9C-D87B-444E-9BAB-DADBE0FEAFB8}">
      <dgm:prSet/>
      <dgm:spPr/>
      <dgm:t>
        <a:bodyPr/>
        <a:lstStyle/>
        <a:p>
          <a:r>
            <a:rPr lang="en-US"/>
            <a:t>POST /api/images &gt; validate + store + segment</a:t>
          </a:r>
        </a:p>
      </dgm:t>
    </dgm:pt>
    <dgm:pt modelId="{F761F993-94C1-4DDD-8C6E-B3C57A40074A}" type="parTrans" cxnId="{DEC01807-BDD0-4AA5-8091-ECCDF603FDC6}">
      <dgm:prSet/>
      <dgm:spPr/>
      <dgm:t>
        <a:bodyPr/>
        <a:lstStyle/>
        <a:p>
          <a:endParaRPr lang="en-US"/>
        </a:p>
      </dgm:t>
    </dgm:pt>
    <dgm:pt modelId="{E063C940-62F3-418E-874A-72EE6882FC0F}" type="sibTrans" cxnId="{DEC01807-BDD0-4AA5-8091-ECCDF603FDC6}">
      <dgm:prSet/>
      <dgm:spPr/>
      <dgm:t>
        <a:bodyPr/>
        <a:lstStyle/>
        <a:p>
          <a:endParaRPr lang="en-US"/>
        </a:p>
      </dgm:t>
    </dgm:pt>
    <dgm:pt modelId="{D8415A95-8868-47F5-9CF7-8DABB23517D5}">
      <dgm:prSet/>
      <dgm:spPr/>
      <dgm:t>
        <a:bodyPr/>
        <a:lstStyle/>
        <a:p>
          <a:r>
            <a:rPr lang="en-US"/>
            <a:t>POST /api/jobs &gt; queue background job</a:t>
          </a:r>
        </a:p>
      </dgm:t>
    </dgm:pt>
    <dgm:pt modelId="{6781B1B4-D645-4C8D-AB75-362AE6BADC2F}" type="parTrans" cxnId="{45CD0626-974E-4B35-A78F-58122056B0B4}">
      <dgm:prSet/>
      <dgm:spPr/>
      <dgm:t>
        <a:bodyPr/>
        <a:lstStyle/>
        <a:p>
          <a:endParaRPr lang="en-US"/>
        </a:p>
      </dgm:t>
    </dgm:pt>
    <dgm:pt modelId="{09A20295-E56A-40A4-8C00-16A0BC4B4989}" type="sibTrans" cxnId="{45CD0626-974E-4B35-A78F-58122056B0B4}">
      <dgm:prSet/>
      <dgm:spPr/>
      <dgm:t>
        <a:bodyPr/>
        <a:lstStyle/>
        <a:p>
          <a:endParaRPr lang="en-US"/>
        </a:p>
      </dgm:t>
    </dgm:pt>
    <dgm:pt modelId="{CC41069B-FC7A-40E2-8263-878D026131CD}">
      <dgm:prSet/>
      <dgm:spPr/>
      <dgm:t>
        <a:bodyPr/>
        <a:lstStyle/>
        <a:p>
          <a:r>
            <a:rPr lang="en-US" dirty="0"/>
            <a:t>Job states: queued &gt; running &gt; done/failed</a:t>
          </a:r>
        </a:p>
      </dgm:t>
    </dgm:pt>
    <dgm:pt modelId="{AEA535CA-92C8-41DD-B065-75604957B0B5}" type="parTrans" cxnId="{AA8E160C-4B22-498E-9B65-1059AE80F1D6}">
      <dgm:prSet/>
      <dgm:spPr/>
      <dgm:t>
        <a:bodyPr/>
        <a:lstStyle/>
        <a:p>
          <a:endParaRPr lang="en-US"/>
        </a:p>
      </dgm:t>
    </dgm:pt>
    <dgm:pt modelId="{A873920F-2ABA-403C-AAF8-AEAB4F5863F8}" type="sibTrans" cxnId="{AA8E160C-4B22-498E-9B65-1059AE80F1D6}">
      <dgm:prSet/>
      <dgm:spPr/>
      <dgm:t>
        <a:bodyPr/>
        <a:lstStyle/>
        <a:p>
          <a:endParaRPr lang="en-US"/>
        </a:p>
      </dgm:t>
    </dgm:pt>
    <dgm:pt modelId="{6F32B7A1-1B6B-46F4-A1A9-9AB95E867508}">
      <dgm:prSet/>
      <dgm:spPr/>
      <dgm:t>
        <a:bodyPr/>
        <a:lstStyle/>
        <a:p>
          <a:r>
            <a:rPr lang="en-US"/>
            <a:t>GET /api/jobs/{job_id} for status/detail</a:t>
          </a:r>
        </a:p>
      </dgm:t>
    </dgm:pt>
    <dgm:pt modelId="{D5CDAC33-89DD-421A-95C3-B7E266017F06}" type="parTrans" cxnId="{AE1432AC-4516-4FAB-9436-DBD9A7283712}">
      <dgm:prSet/>
      <dgm:spPr/>
      <dgm:t>
        <a:bodyPr/>
        <a:lstStyle/>
        <a:p>
          <a:endParaRPr lang="en-US"/>
        </a:p>
      </dgm:t>
    </dgm:pt>
    <dgm:pt modelId="{96BEE003-3BA5-48B5-8387-8CCA305B1251}" type="sibTrans" cxnId="{AE1432AC-4516-4FAB-9436-DBD9A7283712}">
      <dgm:prSet/>
      <dgm:spPr/>
      <dgm:t>
        <a:bodyPr/>
        <a:lstStyle/>
        <a:p>
          <a:endParaRPr lang="en-US"/>
        </a:p>
      </dgm:t>
    </dgm:pt>
    <dgm:pt modelId="{E6D296F9-235F-47F0-A844-15E6FC399DBA}" type="pres">
      <dgm:prSet presAssocID="{6EF3FF19-097E-408F-81DB-F398C4CF1F29}" presName="outerComposite" presStyleCnt="0">
        <dgm:presLayoutVars>
          <dgm:chMax val="5"/>
          <dgm:dir/>
          <dgm:resizeHandles val="exact"/>
        </dgm:presLayoutVars>
      </dgm:prSet>
      <dgm:spPr/>
    </dgm:pt>
    <dgm:pt modelId="{F17E149A-AA6D-4511-863C-B707FFB3904D}" type="pres">
      <dgm:prSet presAssocID="{6EF3FF19-097E-408F-81DB-F398C4CF1F29}" presName="dummyMaxCanvas" presStyleCnt="0">
        <dgm:presLayoutVars/>
      </dgm:prSet>
      <dgm:spPr/>
    </dgm:pt>
    <dgm:pt modelId="{F1634FD3-E71F-499C-9852-5EB0497419A8}" type="pres">
      <dgm:prSet presAssocID="{6EF3FF19-097E-408F-81DB-F398C4CF1F29}" presName="FourNodes_1" presStyleLbl="node1" presStyleIdx="0" presStyleCnt="4">
        <dgm:presLayoutVars>
          <dgm:bulletEnabled val="1"/>
        </dgm:presLayoutVars>
      </dgm:prSet>
      <dgm:spPr/>
    </dgm:pt>
    <dgm:pt modelId="{9DFEF397-EA12-4FBE-9A9B-B4CFB7A6C603}" type="pres">
      <dgm:prSet presAssocID="{6EF3FF19-097E-408F-81DB-F398C4CF1F29}" presName="FourNodes_2" presStyleLbl="node1" presStyleIdx="1" presStyleCnt="4">
        <dgm:presLayoutVars>
          <dgm:bulletEnabled val="1"/>
        </dgm:presLayoutVars>
      </dgm:prSet>
      <dgm:spPr/>
    </dgm:pt>
    <dgm:pt modelId="{1A3B8C50-9457-4E34-A1EC-618E569BE9A1}" type="pres">
      <dgm:prSet presAssocID="{6EF3FF19-097E-408F-81DB-F398C4CF1F29}" presName="FourNodes_3" presStyleLbl="node1" presStyleIdx="2" presStyleCnt="4">
        <dgm:presLayoutVars>
          <dgm:bulletEnabled val="1"/>
        </dgm:presLayoutVars>
      </dgm:prSet>
      <dgm:spPr/>
    </dgm:pt>
    <dgm:pt modelId="{407D43B0-2BE7-4689-8198-558A36BB248D}" type="pres">
      <dgm:prSet presAssocID="{6EF3FF19-097E-408F-81DB-F398C4CF1F29}" presName="FourNodes_4" presStyleLbl="node1" presStyleIdx="3" presStyleCnt="4">
        <dgm:presLayoutVars>
          <dgm:bulletEnabled val="1"/>
        </dgm:presLayoutVars>
      </dgm:prSet>
      <dgm:spPr/>
    </dgm:pt>
    <dgm:pt modelId="{A88EEAE6-A570-4067-9443-9C79DCE81F24}" type="pres">
      <dgm:prSet presAssocID="{6EF3FF19-097E-408F-81DB-F398C4CF1F29}" presName="FourConn_1-2" presStyleLbl="fgAccFollowNode1" presStyleIdx="0" presStyleCnt="3">
        <dgm:presLayoutVars>
          <dgm:bulletEnabled val="1"/>
        </dgm:presLayoutVars>
      </dgm:prSet>
      <dgm:spPr/>
    </dgm:pt>
    <dgm:pt modelId="{A5FCE07E-FFEF-4559-9AD9-256FB9C1EE61}" type="pres">
      <dgm:prSet presAssocID="{6EF3FF19-097E-408F-81DB-F398C4CF1F29}" presName="FourConn_2-3" presStyleLbl="fgAccFollowNode1" presStyleIdx="1" presStyleCnt="3">
        <dgm:presLayoutVars>
          <dgm:bulletEnabled val="1"/>
        </dgm:presLayoutVars>
      </dgm:prSet>
      <dgm:spPr/>
    </dgm:pt>
    <dgm:pt modelId="{57DF10E5-E5A6-4579-B411-50CB64BCC826}" type="pres">
      <dgm:prSet presAssocID="{6EF3FF19-097E-408F-81DB-F398C4CF1F29}" presName="FourConn_3-4" presStyleLbl="fgAccFollowNode1" presStyleIdx="2" presStyleCnt="3">
        <dgm:presLayoutVars>
          <dgm:bulletEnabled val="1"/>
        </dgm:presLayoutVars>
      </dgm:prSet>
      <dgm:spPr/>
    </dgm:pt>
    <dgm:pt modelId="{C77DC888-86C4-4C7E-BD6B-623ED7D150A7}" type="pres">
      <dgm:prSet presAssocID="{6EF3FF19-097E-408F-81DB-F398C4CF1F29}" presName="FourNodes_1_text" presStyleLbl="node1" presStyleIdx="3" presStyleCnt="4">
        <dgm:presLayoutVars>
          <dgm:bulletEnabled val="1"/>
        </dgm:presLayoutVars>
      </dgm:prSet>
      <dgm:spPr/>
    </dgm:pt>
    <dgm:pt modelId="{EB1155BD-D0E2-486B-88AA-41D3EAD0F87B}" type="pres">
      <dgm:prSet presAssocID="{6EF3FF19-097E-408F-81DB-F398C4CF1F29}" presName="FourNodes_2_text" presStyleLbl="node1" presStyleIdx="3" presStyleCnt="4">
        <dgm:presLayoutVars>
          <dgm:bulletEnabled val="1"/>
        </dgm:presLayoutVars>
      </dgm:prSet>
      <dgm:spPr/>
    </dgm:pt>
    <dgm:pt modelId="{DDC1BEBA-821F-4B99-8C87-7F3637996340}" type="pres">
      <dgm:prSet presAssocID="{6EF3FF19-097E-408F-81DB-F398C4CF1F29}" presName="FourNodes_3_text" presStyleLbl="node1" presStyleIdx="3" presStyleCnt="4">
        <dgm:presLayoutVars>
          <dgm:bulletEnabled val="1"/>
        </dgm:presLayoutVars>
      </dgm:prSet>
      <dgm:spPr/>
    </dgm:pt>
    <dgm:pt modelId="{EF89EE42-52C7-4D53-AB65-789C5F46ED39}" type="pres">
      <dgm:prSet presAssocID="{6EF3FF19-097E-408F-81DB-F398C4CF1F29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DEC01807-BDD0-4AA5-8091-ECCDF603FDC6}" srcId="{6EF3FF19-097E-408F-81DB-F398C4CF1F29}" destId="{6F98BB9C-D87B-444E-9BAB-DADBE0FEAFB8}" srcOrd="0" destOrd="0" parTransId="{F761F993-94C1-4DDD-8C6E-B3C57A40074A}" sibTransId="{E063C940-62F3-418E-874A-72EE6882FC0F}"/>
    <dgm:cxn modelId="{AA8E160C-4B22-498E-9B65-1059AE80F1D6}" srcId="{6EF3FF19-097E-408F-81DB-F398C4CF1F29}" destId="{CC41069B-FC7A-40E2-8263-878D026131CD}" srcOrd="2" destOrd="0" parTransId="{AEA535CA-92C8-41DD-B065-75604957B0B5}" sibTransId="{A873920F-2ABA-403C-AAF8-AEAB4F5863F8}"/>
    <dgm:cxn modelId="{3785B910-D0A3-4CDB-B294-A09D00C5819E}" type="presOf" srcId="{CC41069B-FC7A-40E2-8263-878D026131CD}" destId="{1A3B8C50-9457-4E34-A1EC-618E569BE9A1}" srcOrd="0" destOrd="0" presId="urn:microsoft.com/office/officeart/2005/8/layout/vProcess5"/>
    <dgm:cxn modelId="{45CD0626-974E-4B35-A78F-58122056B0B4}" srcId="{6EF3FF19-097E-408F-81DB-F398C4CF1F29}" destId="{D8415A95-8868-47F5-9CF7-8DABB23517D5}" srcOrd="1" destOrd="0" parTransId="{6781B1B4-D645-4C8D-AB75-362AE6BADC2F}" sibTransId="{09A20295-E56A-40A4-8C00-16A0BC4B4989}"/>
    <dgm:cxn modelId="{662B483C-1EAA-419D-8259-BE40BAC4A343}" type="presOf" srcId="{D8415A95-8868-47F5-9CF7-8DABB23517D5}" destId="{EB1155BD-D0E2-486B-88AA-41D3EAD0F87B}" srcOrd="1" destOrd="0" presId="urn:microsoft.com/office/officeart/2005/8/layout/vProcess5"/>
    <dgm:cxn modelId="{14CE545F-5412-4287-AF70-898210577D4A}" type="presOf" srcId="{09A20295-E56A-40A4-8C00-16A0BC4B4989}" destId="{A5FCE07E-FFEF-4559-9AD9-256FB9C1EE61}" srcOrd="0" destOrd="0" presId="urn:microsoft.com/office/officeart/2005/8/layout/vProcess5"/>
    <dgm:cxn modelId="{83105C41-D147-4359-A0F8-6D28215A9AFB}" type="presOf" srcId="{6F98BB9C-D87B-444E-9BAB-DADBE0FEAFB8}" destId="{F1634FD3-E71F-499C-9852-5EB0497419A8}" srcOrd="0" destOrd="0" presId="urn:microsoft.com/office/officeart/2005/8/layout/vProcess5"/>
    <dgm:cxn modelId="{9F484B6A-C3F9-4326-B7E2-B89A7A3A2786}" type="presOf" srcId="{6F32B7A1-1B6B-46F4-A1A9-9AB95E867508}" destId="{EF89EE42-52C7-4D53-AB65-789C5F46ED39}" srcOrd="1" destOrd="0" presId="urn:microsoft.com/office/officeart/2005/8/layout/vProcess5"/>
    <dgm:cxn modelId="{54D0E259-1A43-4703-9A30-C9F95C8D021A}" type="presOf" srcId="{6F98BB9C-D87B-444E-9BAB-DADBE0FEAFB8}" destId="{C77DC888-86C4-4C7E-BD6B-623ED7D150A7}" srcOrd="1" destOrd="0" presId="urn:microsoft.com/office/officeart/2005/8/layout/vProcess5"/>
    <dgm:cxn modelId="{96B93891-2D90-432D-8764-C4E6981D9659}" type="presOf" srcId="{6EF3FF19-097E-408F-81DB-F398C4CF1F29}" destId="{E6D296F9-235F-47F0-A844-15E6FC399DBA}" srcOrd="0" destOrd="0" presId="urn:microsoft.com/office/officeart/2005/8/layout/vProcess5"/>
    <dgm:cxn modelId="{C9E7D8A1-78E4-4EE0-97EF-452CDA2BBBB8}" type="presOf" srcId="{D8415A95-8868-47F5-9CF7-8DABB23517D5}" destId="{9DFEF397-EA12-4FBE-9A9B-B4CFB7A6C603}" srcOrd="0" destOrd="0" presId="urn:microsoft.com/office/officeart/2005/8/layout/vProcess5"/>
    <dgm:cxn modelId="{371D2DA4-360E-4264-8FCC-427C0AB43CD7}" type="presOf" srcId="{6F32B7A1-1B6B-46F4-A1A9-9AB95E867508}" destId="{407D43B0-2BE7-4689-8198-558A36BB248D}" srcOrd="0" destOrd="0" presId="urn:microsoft.com/office/officeart/2005/8/layout/vProcess5"/>
    <dgm:cxn modelId="{AE1432AC-4516-4FAB-9436-DBD9A7283712}" srcId="{6EF3FF19-097E-408F-81DB-F398C4CF1F29}" destId="{6F32B7A1-1B6B-46F4-A1A9-9AB95E867508}" srcOrd="3" destOrd="0" parTransId="{D5CDAC33-89DD-421A-95C3-B7E266017F06}" sibTransId="{96BEE003-3BA5-48B5-8387-8CCA305B1251}"/>
    <dgm:cxn modelId="{D29B50D3-8524-43DF-8F0B-59A91048D23B}" type="presOf" srcId="{CC41069B-FC7A-40E2-8263-878D026131CD}" destId="{DDC1BEBA-821F-4B99-8C87-7F3637996340}" srcOrd="1" destOrd="0" presId="urn:microsoft.com/office/officeart/2005/8/layout/vProcess5"/>
    <dgm:cxn modelId="{9ADA94DE-8094-4710-ACDE-C46B1B94B383}" type="presOf" srcId="{A873920F-2ABA-403C-AAF8-AEAB4F5863F8}" destId="{57DF10E5-E5A6-4579-B411-50CB64BCC826}" srcOrd="0" destOrd="0" presId="urn:microsoft.com/office/officeart/2005/8/layout/vProcess5"/>
    <dgm:cxn modelId="{D3C7F5F3-EC73-4450-8868-3CE0445D1B4E}" type="presOf" srcId="{E063C940-62F3-418E-874A-72EE6882FC0F}" destId="{A88EEAE6-A570-4067-9443-9C79DCE81F24}" srcOrd="0" destOrd="0" presId="urn:microsoft.com/office/officeart/2005/8/layout/vProcess5"/>
    <dgm:cxn modelId="{2586220D-8415-4538-90C4-37DF549B42E8}" type="presParOf" srcId="{E6D296F9-235F-47F0-A844-15E6FC399DBA}" destId="{F17E149A-AA6D-4511-863C-B707FFB3904D}" srcOrd="0" destOrd="0" presId="urn:microsoft.com/office/officeart/2005/8/layout/vProcess5"/>
    <dgm:cxn modelId="{657B78ED-90DF-4E6B-9E79-C39CD9EBC279}" type="presParOf" srcId="{E6D296F9-235F-47F0-A844-15E6FC399DBA}" destId="{F1634FD3-E71F-499C-9852-5EB0497419A8}" srcOrd="1" destOrd="0" presId="urn:microsoft.com/office/officeart/2005/8/layout/vProcess5"/>
    <dgm:cxn modelId="{1C358840-E5D3-4405-9406-DB86078DF744}" type="presParOf" srcId="{E6D296F9-235F-47F0-A844-15E6FC399DBA}" destId="{9DFEF397-EA12-4FBE-9A9B-B4CFB7A6C603}" srcOrd="2" destOrd="0" presId="urn:microsoft.com/office/officeart/2005/8/layout/vProcess5"/>
    <dgm:cxn modelId="{0ACD1BC1-5621-4EBA-B0FF-3B5801BDCAE5}" type="presParOf" srcId="{E6D296F9-235F-47F0-A844-15E6FC399DBA}" destId="{1A3B8C50-9457-4E34-A1EC-618E569BE9A1}" srcOrd="3" destOrd="0" presId="urn:microsoft.com/office/officeart/2005/8/layout/vProcess5"/>
    <dgm:cxn modelId="{7F6C87EB-5549-49A5-9048-D408F302D2C8}" type="presParOf" srcId="{E6D296F9-235F-47F0-A844-15E6FC399DBA}" destId="{407D43B0-2BE7-4689-8198-558A36BB248D}" srcOrd="4" destOrd="0" presId="urn:microsoft.com/office/officeart/2005/8/layout/vProcess5"/>
    <dgm:cxn modelId="{9FACB86B-5A31-49EB-9D32-A150BF817B12}" type="presParOf" srcId="{E6D296F9-235F-47F0-A844-15E6FC399DBA}" destId="{A88EEAE6-A570-4067-9443-9C79DCE81F24}" srcOrd="5" destOrd="0" presId="urn:microsoft.com/office/officeart/2005/8/layout/vProcess5"/>
    <dgm:cxn modelId="{F609C2C7-85EA-47A3-A0FE-11C210A8157F}" type="presParOf" srcId="{E6D296F9-235F-47F0-A844-15E6FC399DBA}" destId="{A5FCE07E-FFEF-4559-9AD9-256FB9C1EE61}" srcOrd="6" destOrd="0" presId="urn:microsoft.com/office/officeart/2005/8/layout/vProcess5"/>
    <dgm:cxn modelId="{CF2F3577-D83B-44BC-A0DE-D58A084351BE}" type="presParOf" srcId="{E6D296F9-235F-47F0-A844-15E6FC399DBA}" destId="{57DF10E5-E5A6-4579-B411-50CB64BCC826}" srcOrd="7" destOrd="0" presId="urn:microsoft.com/office/officeart/2005/8/layout/vProcess5"/>
    <dgm:cxn modelId="{D3E3F5E8-2E2C-4BE3-8D2D-8D9844C9DAF9}" type="presParOf" srcId="{E6D296F9-235F-47F0-A844-15E6FC399DBA}" destId="{C77DC888-86C4-4C7E-BD6B-623ED7D150A7}" srcOrd="8" destOrd="0" presId="urn:microsoft.com/office/officeart/2005/8/layout/vProcess5"/>
    <dgm:cxn modelId="{1E78ED91-631A-4E07-8E18-7987B3810AED}" type="presParOf" srcId="{E6D296F9-235F-47F0-A844-15E6FC399DBA}" destId="{EB1155BD-D0E2-486B-88AA-41D3EAD0F87B}" srcOrd="9" destOrd="0" presId="urn:microsoft.com/office/officeart/2005/8/layout/vProcess5"/>
    <dgm:cxn modelId="{0D52E67B-FD35-49DE-B332-EE358C3B625F}" type="presParOf" srcId="{E6D296F9-235F-47F0-A844-15E6FC399DBA}" destId="{DDC1BEBA-821F-4B99-8C87-7F3637996340}" srcOrd="10" destOrd="0" presId="urn:microsoft.com/office/officeart/2005/8/layout/vProcess5"/>
    <dgm:cxn modelId="{109BC6FF-ECB4-4CE3-8BF5-78B096EA17AE}" type="presParOf" srcId="{E6D296F9-235F-47F0-A844-15E6FC399DBA}" destId="{EF89EE42-52C7-4D53-AB65-789C5F46ED3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CF569FE-59D8-49D3-9232-528CD011C40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9BB9247-CDC6-4D4F-969F-391FE1AB969E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dirty="0"/>
            <a:t>Bearer token authentication</a:t>
          </a:r>
        </a:p>
      </dgm:t>
    </dgm:pt>
    <dgm:pt modelId="{67BAEF76-EE72-4BC8-A375-0E94DB1A2790}" type="parTrans" cxnId="{EA8C7F57-7FF0-476A-B51E-6FE31E6797A2}">
      <dgm:prSet/>
      <dgm:spPr/>
      <dgm:t>
        <a:bodyPr/>
        <a:lstStyle/>
        <a:p>
          <a:endParaRPr lang="en-US"/>
        </a:p>
      </dgm:t>
    </dgm:pt>
    <dgm:pt modelId="{C048A6E0-362F-4106-BDA3-3C49906BDF01}" type="sibTrans" cxnId="{EA8C7F57-7FF0-476A-B51E-6FE31E6797A2}">
      <dgm:prSet/>
      <dgm:spPr/>
      <dgm:t>
        <a:bodyPr/>
        <a:lstStyle/>
        <a:p>
          <a:endParaRPr lang="en-US"/>
        </a:p>
      </dgm:t>
    </dgm:pt>
    <dgm:pt modelId="{A3F590A3-7776-4B91-88AB-4E91311DD4D0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dirty="0"/>
            <a:t>Password hash support (PBKDF2 format)</a:t>
          </a:r>
        </a:p>
      </dgm:t>
    </dgm:pt>
    <dgm:pt modelId="{2B96F76F-E966-4090-A05D-D0A467544748}" type="parTrans" cxnId="{BF8AC646-23FF-46EE-8B24-E7BDAB56BAD9}">
      <dgm:prSet/>
      <dgm:spPr/>
      <dgm:t>
        <a:bodyPr/>
        <a:lstStyle/>
        <a:p>
          <a:endParaRPr lang="en-US"/>
        </a:p>
      </dgm:t>
    </dgm:pt>
    <dgm:pt modelId="{96F79A5E-42DB-4E17-A5AE-62A55A81587F}" type="sibTrans" cxnId="{BF8AC646-23FF-46EE-8B24-E7BDAB56BAD9}">
      <dgm:prSet/>
      <dgm:spPr/>
      <dgm:t>
        <a:bodyPr/>
        <a:lstStyle/>
        <a:p>
          <a:endParaRPr lang="en-US"/>
        </a:p>
      </dgm:t>
    </dgm:pt>
    <dgm:pt modelId="{CDAE8CFA-AC21-4A16-A309-2DC36468F9C7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dirty="0"/>
            <a:t>Upload hardening (size/type/signature checks)</a:t>
          </a:r>
        </a:p>
      </dgm:t>
    </dgm:pt>
    <dgm:pt modelId="{0F67661A-9139-47EC-8BCC-7A0B06BF4CA6}" type="parTrans" cxnId="{B233BD42-1E8C-4B9B-B91F-5AB044AAF02E}">
      <dgm:prSet/>
      <dgm:spPr/>
      <dgm:t>
        <a:bodyPr/>
        <a:lstStyle/>
        <a:p>
          <a:endParaRPr lang="en-US"/>
        </a:p>
      </dgm:t>
    </dgm:pt>
    <dgm:pt modelId="{1684B278-D511-45E7-9135-638A23083C5D}" type="sibTrans" cxnId="{B233BD42-1E8C-4B9B-B91F-5AB044AAF02E}">
      <dgm:prSet/>
      <dgm:spPr/>
      <dgm:t>
        <a:bodyPr/>
        <a:lstStyle/>
        <a:p>
          <a:endParaRPr lang="en-US"/>
        </a:p>
      </dgm:t>
    </dgm:pt>
    <dgm:pt modelId="{62B5750D-4D30-4A27-80DE-B1682FD36B7F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dirty="0"/>
            <a:t>Rate limiting on sensitive routes</a:t>
          </a:r>
        </a:p>
      </dgm:t>
    </dgm:pt>
    <dgm:pt modelId="{0CEECB74-00C3-42FD-BB30-D7D753594144}" type="parTrans" cxnId="{DEA362B5-BB3C-4093-A25D-40CECE166D87}">
      <dgm:prSet/>
      <dgm:spPr/>
      <dgm:t>
        <a:bodyPr/>
        <a:lstStyle/>
        <a:p>
          <a:endParaRPr lang="en-US"/>
        </a:p>
      </dgm:t>
    </dgm:pt>
    <dgm:pt modelId="{A875D241-C082-4ADB-8E01-BEDC25D6C7DB}" type="sibTrans" cxnId="{DEA362B5-BB3C-4093-A25D-40CECE166D87}">
      <dgm:prSet/>
      <dgm:spPr/>
      <dgm:t>
        <a:bodyPr/>
        <a:lstStyle/>
        <a:p>
          <a:endParaRPr lang="en-US"/>
        </a:p>
      </dgm:t>
    </dgm:pt>
    <dgm:pt modelId="{21E4019A-BA84-4E8B-9331-EDE07F8F8029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500" dirty="0"/>
            <a:t>Tiered file access (low, medium, </a:t>
          </a:r>
          <a:r>
            <a:rPr lang="en-US" sz="1500" dirty="0" err="1"/>
            <a:t>hIgh,quarantinE</a:t>
          </a:r>
          <a:r>
            <a:rPr lang="en-US" sz="1500" dirty="0"/>
            <a:t>)</a:t>
          </a:r>
        </a:p>
      </dgm:t>
    </dgm:pt>
    <dgm:pt modelId="{7F7B6959-192E-4884-9740-C379E80A0507}" type="parTrans" cxnId="{1DD9FC08-3235-4ECF-9D11-8A59A72AE3CE}">
      <dgm:prSet/>
      <dgm:spPr/>
      <dgm:t>
        <a:bodyPr/>
        <a:lstStyle/>
        <a:p>
          <a:endParaRPr lang="en-US"/>
        </a:p>
      </dgm:t>
    </dgm:pt>
    <dgm:pt modelId="{DE1F1686-C323-439E-83B8-6BA47D9B9181}" type="sibTrans" cxnId="{1DD9FC08-3235-4ECF-9D11-8A59A72AE3CE}">
      <dgm:prSet/>
      <dgm:spPr/>
      <dgm:t>
        <a:bodyPr/>
        <a:lstStyle/>
        <a:p>
          <a:endParaRPr lang="en-US"/>
        </a:p>
      </dgm:t>
    </dgm:pt>
    <dgm:pt modelId="{51610FE4-085D-4161-93C8-4BDD2669C3EF}" type="pres">
      <dgm:prSet presAssocID="{FCF569FE-59D8-49D3-9232-528CD011C408}" presName="root" presStyleCnt="0">
        <dgm:presLayoutVars>
          <dgm:dir/>
          <dgm:resizeHandles val="exact"/>
        </dgm:presLayoutVars>
      </dgm:prSet>
      <dgm:spPr/>
    </dgm:pt>
    <dgm:pt modelId="{A6CF06A1-C779-4663-AEDB-830A174CCA85}" type="pres">
      <dgm:prSet presAssocID="{59BB9247-CDC6-4D4F-969F-391FE1AB969E}" presName="compNode" presStyleCnt="0"/>
      <dgm:spPr/>
    </dgm:pt>
    <dgm:pt modelId="{B0F7379A-8159-4A8A-B660-CAE7E759A708}" type="pres">
      <dgm:prSet presAssocID="{59BB9247-CDC6-4D4F-969F-391FE1AB969E}" presName="iconBgRect" presStyleLbl="bgShp" presStyleIdx="0" presStyleCnt="5"/>
      <dgm:spPr/>
    </dgm:pt>
    <dgm:pt modelId="{A29CCFE8-C39C-424A-8098-56E2D6DB5833}" type="pres">
      <dgm:prSet presAssocID="{59BB9247-CDC6-4D4F-969F-391FE1AB969E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F5E4725-F12A-4F80-8543-28AA58B0952D}" type="pres">
      <dgm:prSet presAssocID="{59BB9247-CDC6-4D4F-969F-391FE1AB969E}" presName="spaceRect" presStyleCnt="0"/>
      <dgm:spPr/>
    </dgm:pt>
    <dgm:pt modelId="{E681AC2E-C922-435B-B69D-D31733879039}" type="pres">
      <dgm:prSet presAssocID="{59BB9247-CDC6-4D4F-969F-391FE1AB969E}" presName="textRect" presStyleLbl="revTx" presStyleIdx="0" presStyleCnt="5">
        <dgm:presLayoutVars>
          <dgm:chMax val="1"/>
          <dgm:chPref val="1"/>
        </dgm:presLayoutVars>
      </dgm:prSet>
      <dgm:spPr/>
    </dgm:pt>
    <dgm:pt modelId="{39A440E5-F0CE-48CA-AA52-75C1CD74756F}" type="pres">
      <dgm:prSet presAssocID="{C048A6E0-362F-4106-BDA3-3C49906BDF01}" presName="sibTrans" presStyleCnt="0"/>
      <dgm:spPr/>
    </dgm:pt>
    <dgm:pt modelId="{2E4FC0AB-426A-47AD-951F-1F5B9DF631D2}" type="pres">
      <dgm:prSet presAssocID="{A3F590A3-7776-4B91-88AB-4E91311DD4D0}" presName="compNode" presStyleCnt="0"/>
      <dgm:spPr/>
    </dgm:pt>
    <dgm:pt modelId="{D05BCF1F-10CD-4B76-B954-F6A71E70A865}" type="pres">
      <dgm:prSet presAssocID="{A3F590A3-7776-4B91-88AB-4E91311DD4D0}" presName="iconBgRect" presStyleLbl="bgShp" presStyleIdx="1" presStyleCnt="5"/>
      <dgm:spPr/>
    </dgm:pt>
    <dgm:pt modelId="{ED9D404A-3B14-42D3-AF09-36134E5E637D}" type="pres">
      <dgm:prSet presAssocID="{A3F590A3-7776-4B91-88AB-4E91311DD4D0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433BFCB-0AC0-4DD1-8A03-32984038ED22}" type="pres">
      <dgm:prSet presAssocID="{A3F590A3-7776-4B91-88AB-4E91311DD4D0}" presName="spaceRect" presStyleCnt="0"/>
      <dgm:spPr/>
    </dgm:pt>
    <dgm:pt modelId="{8F054847-CB86-42F2-9202-CACA37A5F76F}" type="pres">
      <dgm:prSet presAssocID="{A3F590A3-7776-4B91-88AB-4E91311DD4D0}" presName="textRect" presStyleLbl="revTx" presStyleIdx="1" presStyleCnt="5">
        <dgm:presLayoutVars>
          <dgm:chMax val="1"/>
          <dgm:chPref val="1"/>
        </dgm:presLayoutVars>
      </dgm:prSet>
      <dgm:spPr/>
    </dgm:pt>
    <dgm:pt modelId="{28F076CF-81B1-46D0-9CFC-5AE70465CDB7}" type="pres">
      <dgm:prSet presAssocID="{96F79A5E-42DB-4E17-A5AE-62A55A81587F}" presName="sibTrans" presStyleCnt="0"/>
      <dgm:spPr/>
    </dgm:pt>
    <dgm:pt modelId="{17174DB8-D603-4D18-9C61-AB1810B3CD48}" type="pres">
      <dgm:prSet presAssocID="{CDAE8CFA-AC21-4A16-A309-2DC36468F9C7}" presName="compNode" presStyleCnt="0"/>
      <dgm:spPr/>
    </dgm:pt>
    <dgm:pt modelId="{D4F8F044-607A-4BC6-B782-118BB06187ED}" type="pres">
      <dgm:prSet presAssocID="{CDAE8CFA-AC21-4A16-A309-2DC36468F9C7}" presName="iconBgRect" presStyleLbl="bgShp" presStyleIdx="2" presStyleCnt="5"/>
      <dgm:spPr/>
    </dgm:pt>
    <dgm:pt modelId="{8B0D82AD-E19B-41E3-92A9-BC85EE4F8F42}" type="pres">
      <dgm:prSet presAssocID="{CDAE8CFA-AC21-4A16-A309-2DC36468F9C7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D6A8AA8B-D479-49CA-BCAC-359E70F34D95}" type="pres">
      <dgm:prSet presAssocID="{CDAE8CFA-AC21-4A16-A309-2DC36468F9C7}" presName="spaceRect" presStyleCnt="0"/>
      <dgm:spPr/>
    </dgm:pt>
    <dgm:pt modelId="{328141BA-2767-4185-8833-CD8A30815300}" type="pres">
      <dgm:prSet presAssocID="{CDAE8CFA-AC21-4A16-A309-2DC36468F9C7}" presName="textRect" presStyleLbl="revTx" presStyleIdx="2" presStyleCnt="5">
        <dgm:presLayoutVars>
          <dgm:chMax val="1"/>
          <dgm:chPref val="1"/>
        </dgm:presLayoutVars>
      </dgm:prSet>
      <dgm:spPr/>
    </dgm:pt>
    <dgm:pt modelId="{8083A2AA-53FA-4522-8697-0D5125D92F5A}" type="pres">
      <dgm:prSet presAssocID="{1684B278-D511-45E7-9135-638A23083C5D}" presName="sibTrans" presStyleCnt="0"/>
      <dgm:spPr/>
    </dgm:pt>
    <dgm:pt modelId="{2DE2E105-F0D9-4DDE-B1F2-074CBFC88B96}" type="pres">
      <dgm:prSet presAssocID="{62B5750D-4D30-4A27-80DE-B1682FD36B7F}" presName="compNode" presStyleCnt="0"/>
      <dgm:spPr/>
    </dgm:pt>
    <dgm:pt modelId="{F8357331-043E-4309-8BAB-8EB81F207CE4}" type="pres">
      <dgm:prSet presAssocID="{62B5750D-4D30-4A27-80DE-B1682FD36B7F}" presName="iconBgRect" presStyleLbl="bgShp" presStyleIdx="3" presStyleCnt="5"/>
      <dgm:spPr/>
    </dgm:pt>
    <dgm:pt modelId="{FE12C67C-BBFD-48A7-8F6F-4CB38B820890}" type="pres">
      <dgm:prSet presAssocID="{62B5750D-4D30-4A27-80DE-B1682FD36B7F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AF6A999-0087-4644-8CBE-A9664238CC12}" type="pres">
      <dgm:prSet presAssocID="{62B5750D-4D30-4A27-80DE-B1682FD36B7F}" presName="spaceRect" presStyleCnt="0"/>
      <dgm:spPr/>
    </dgm:pt>
    <dgm:pt modelId="{BD26D279-9F82-4B6D-AA89-2D54E1A527BD}" type="pres">
      <dgm:prSet presAssocID="{62B5750D-4D30-4A27-80DE-B1682FD36B7F}" presName="textRect" presStyleLbl="revTx" presStyleIdx="3" presStyleCnt="5">
        <dgm:presLayoutVars>
          <dgm:chMax val="1"/>
          <dgm:chPref val="1"/>
        </dgm:presLayoutVars>
      </dgm:prSet>
      <dgm:spPr/>
    </dgm:pt>
    <dgm:pt modelId="{CF003C6F-58DB-4A56-89F5-EE72805BA8E3}" type="pres">
      <dgm:prSet presAssocID="{A875D241-C082-4ADB-8E01-BEDC25D6C7DB}" presName="sibTrans" presStyleCnt="0"/>
      <dgm:spPr/>
    </dgm:pt>
    <dgm:pt modelId="{3FD82E26-6539-4651-BACF-5E250FD7B3FD}" type="pres">
      <dgm:prSet presAssocID="{21E4019A-BA84-4E8B-9331-EDE07F8F8029}" presName="compNode" presStyleCnt="0"/>
      <dgm:spPr/>
    </dgm:pt>
    <dgm:pt modelId="{0466323E-D3F5-44DC-97F5-6F7AD5F32265}" type="pres">
      <dgm:prSet presAssocID="{21E4019A-BA84-4E8B-9331-EDE07F8F8029}" presName="iconBgRect" presStyleLbl="bgShp" presStyleIdx="4" presStyleCnt="5"/>
      <dgm:spPr/>
    </dgm:pt>
    <dgm:pt modelId="{24B7AB22-9E9E-4038-9817-1C8C9D09A450}" type="pres">
      <dgm:prSet presAssocID="{21E4019A-BA84-4E8B-9331-EDE07F8F8029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V"/>
        </a:ext>
      </dgm:extLst>
    </dgm:pt>
    <dgm:pt modelId="{1EB53065-A0F5-4FF9-B3F8-92A2B852E497}" type="pres">
      <dgm:prSet presAssocID="{21E4019A-BA84-4E8B-9331-EDE07F8F8029}" presName="spaceRect" presStyleCnt="0"/>
      <dgm:spPr/>
    </dgm:pt>
    <dgm:pt modelId="{57AAD5E6-6B23-42B2-A38C-A7CC50E3E26C}" type="pres">
      <dgm:prSet presAssocID="{21E4019A-BA84-4E8B-9331-EDE07F8F8029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DD9FC08-3235-4ECF-9D11-8A59A72AE3CE}" srcId="{FCF569FE-59D8-49D3-9232-528CD011C408}" destId="{21E4019A-BA84-4E8B-9331-EDE07F8F8029}" srcOrd="4" destOrd="0" parTransId="{7F7B6959-192E-4884-9740-C379E80A0507}" sibTransId="{DE1F1686-C323-439E-83B8-6BA47D9B9181}"/>
    <dgm:cxn modelId="{B233BD42-1E8C-4B9B-B91F-5AB044AAF02E}" srcId="{FCF569FE-59D8-49D3-9232-528CD011C408}" destId="{CDAE8CFA-AC21-4A16-A309-2DC36468F9C7}" srcOrd="2" destOrd="0" parTransId="{0F67661A-9139-47EC-8BCC-7A0B06BF4CA6}" sibTransId="{1684B278-D511-45E7-9135-638A23083C5D}"/>
    <dgm:cxn modelId="{BF8AC646-23FF-46EE-8B24-E7BDAB56BAD9}" srcId="{FCF569FE-59D8-49D3-9232-528CD011C408}" destId="{A3F590A3-7776-4B91-88AB-4E91311DD4D0}" srcOrd="1" destOrd="0" parTransId="{2B96F76F-E966-4090-A05D-D0A467544748}" sibTransId="{96F79A5E-42DB-4E17-A5AE-62A55A81587F}"/>
    <dgm:cxn modelId="{C83CF549-5382-44C4-926D-B3BC44315EC1}" type="presOf" srcId="{21E4019A-BA84-4E8B-9331-EDE07F8F8029}" destId="{57AAD5E6-6B23-42B2-A38C-A7CC50E3E26C}" srcOrd="0" destOrd="0" presId="urn:microsoft.com/office/officeart/2018/5/layout/IconCircleLabelList"/>
    <dgm:cxn modelId="{4646A074-4B51-4245-B289-58C8724444F3}" type="presOf" srcId="{59BB9247-CDC6-4D4F-969F-391FE1AB969E}" destId="{E681AC2E-C922-435B-B69D-D31733879039}" srcOrd="0" destOrd="0" presId="urn:microsoft.com/office/officeart/2018/5/layout/IconCircleLabelList"/>
    <dgm:cxn modelId="{EA8C7F57-7FF0-476A-B51E-6FE31E6797A2}" srcId="{FCF569FE-59D8-49D3-9232-528CD011C408}" destId="{59BB9247-CDC6-4D4F-969F-391FE1AB969E}" srcOrd="0" destOrd="0" parTransId="{67BAEF76-EE72-4BC8-A375-0E94DB1A2790}" sibTransId="{C048A6E0-362F-4106-BDA3-3C49906BDF01}"/>
    <dgm:cxn modelId="{BBD8A87E-8218-41CC-A0C4-000438756EF6}" type="presOf" srcId="{FCF569FE-59D8-49D3-9232-528CD011C408}" destId="{51610FE4-085D-4161-93C8-4BDD2669C3EF}" srcOrd="0" destOrd="0" presId="urn:microsoft.com/office/officeart/2018/5/layout/IconCircleLabelList"/>
    <dgm:cxn modelId="{0FC9FE80-07E4-4B54-9916-160E531C72CD}" type="presOf" srcId="{CDAE8CFA-AC21-4A16-A309-2DC36468F9C7}" destId="{328141BA-2767-4185-8833-CD8A30815300}" srcOrd="0" destOrd="0" presId="urn:microsoft.com/office/officeart/2018/5/layout/IconCircleLabelList"/>
    <dgm:cxn modelId="{DEA362B5-BB3C-4093-A25D-40CECE166D87}" srcId="{FCF569FE-59D8-49D3-9232-528CD011C408}" destId="{62B5750D-4D30-4A27-80DE-B1682FD36B7F}" srcOrd="3" destOrd="0" parTransId="{0CEECB74-00C3-42FD-BB30-D7D753594144}" sibTransId="{A875D241-C082-4ADB-8E01-BEDC25D6C7DB}"/>
    <dgm:cxn modelId="{191AEBC9-5965-4D11-ACE9-FD3AC3ABFA89}" type="presOf" srcId="{62B5750D-4D30-4A27-80DE-B1682FD36B7F}" destId="{BD26D279-9F82-4B6D-AA89-2D54E1A527BD}" srcOrd="0" destOrd="0" presId="urn:microsoft.com/office/officeart/2018/5/layout/IconCircleLabelList"/>
    <dgm:cxn modelId="{48E2CEDC-4912-427D-89A3-0566C4CAC650}" type="presOf" srcId="{A3F590A3-7776-4B91-88AB-4E91311DD4D0}" destId="{8F054847-CB86-42F2-9202-CACA37A5F76F}" srcOrd="0" destOrd="0" presId="urn:microsoft.com/office/officeart/2018/5/layout/IconCircleLabelList"/>
    <dgm:cxn modelId="{D9CB54E4-F683-49C1-B83A-0FD5040C1275}" type="presParOf" srcId="{51610FE4-085D-4161-93C8-4BDD2669C3EF}" destId="{A6CF06A1-C779-4663-AEDB-830A174CCA85}" srcOrd="0" destOrd="0" presId="urn:microsoft.com/office/officeart/2018/5/layout/IconCircleLabelList"/>
    <dgm:cxn modelId="{ABEFC23F-EB51-4F4C-B89F-E1EC101F9BA2}" type="presParOf" srcId="{A6CF06A1-C779-4663-AEDB-830A174CCA85}" destId="{B0F7379A-8159-4A8A-B660-CAE7E759A708}" srcOrd="0" destOrd="0" presId="urn:microsoft.com/office/officeart/2018/5/layout/IconCircleLabelList"/>
    <dgm:cxn modelId="{2991AB3E-D5AB-4543-8989-E0504632C50C}" type="presParOf" srcId="{A6CF06A1-C779-4663-AEDB-830A174CCA85}" destId="{A29CCFE8-C39C-424A-8098-56E2D6DB5833}" srcOrd="1" destOrd="0" presId="urn:microsoft.com/office/officeart/2018/5/layout/IconCircleLabelList"/>
    <dgm:cxn modelId="{2A92D846-5BBE-450C-9B11-73B1FD2AD7DC}" type="presParOf" srcId="{A6CF06A1-C779-4663-AEDB-830A174CCA85}" destId="{CF5E4725-F12A-4F80-8543-28AA58B0952D}" srcOrd="2" destOrd="0" presId="urn:microsoft.com/office/officeart/2018/5/layout/IconCircleLabelList"/>
    <dgm:cxn modelId="{0F7841C4-EEFD-4D28-BC19-13BBDAD59BE7}" type="presParOf" srcId="{A6CF06A1-C779-4663-AEDB-830A174CCA85}" destId="{E681AC2E-C922-435B-B69D-D31733879039}" srcOrd="3" destOrd="0" presId="urn:microsoft.com/office/officeart/2018/5/layout/IconCircleLabelList"/>
    <dgm:cxn modelId="{F6CC1CB9-8D54-49F1-9694-1FB300D0343A}" type="presParOf" srcId="{51610FE4-085D-4161-93C8-4BDD2669C3EF}" destId="{39A440E5-F0CE-48CA-AA52-75C1CD74756F}" srcOrd="1" destOrd="0" presId="urn:microsoft.com/office/officeart/2018/5/layout/IconCircleLabelList"/>
    <dgm:cxn modelId="{05635EE6-023C-4F9A-9F41-4F556318F714}" type="presParOf" srcId="{51610FE4-085D-4161-93C8-4BDD2669C3EF}" destId="{2E4FC0AB-426A-47AD-951F-1F5B9DF631D2}" srcOrd="2" destOrd="0" presId="urn:microsoft.com/office/officeart/2018/5/layout/IconCircleLabelList"/>
    <dgm:cxn modelId="{406876C6-F03E-4F0E-84FA-A9F8F75410B6}" type="presParOf" srcId="{2E4FC0AB-426A-47AD-951F-1F5B9DF631D2}" destId="{D05BCF1F-10CD-4B76-B954-F6A71E70A865}" srcOrd="0" destOrd="0" presId="urn:microsoft.com/office/officeart/2018/5/layout/IconCircleLabelList"/>
    <dgm:cxn modelId="{E1AD41C6-6C88-4D00-930F-2230725B8438}" type="presParOf" srcId="{2E4FC0AB-426A-47AD-951F-1F5B9DF631D2}" destId="{ED9D404A-3B14-42D3-AF09-36134E5E637D}" srcOrd="1" destOrd="0" presId="urn:microsoft.com/office/officeart/2018/5/layout/IconCircleLabelList"/>
    <dgm:cxn modelId="{87C96731-02D4-444B-953E-8A0D70C33E50}" type="presParOf" srcId="{2E4FC0AB-426A-47AD-951F-1F5B9DF631D2}" destId="{A433BFCB-0AC0-4DD1-8A03-32984038ED22}" srcOrd="2" destOrd="0" presId="urn:microsoft.com/office/officeart/2018/5/layout/IconCircleLabelList"/>
    <dgm:cxn modelId="{70687856-E71D-4C85-A916-753E2A9DDDC1}" type="presParOf" srcId="{2E4FC0AB-426A-47AD-951F-1F5B9DF631D2}" destId="{8F054847-CB86-42F2-9202-CACA37A5F76F}" srcOrd="3" destOrd="0" presId="urn:microsoft.com/office/officeart/2018/5/layout/IconCircleLabelList"/>
    <dgm:cxn modelId="{2E6BB68B-8261-4D28-81B6-F22E0F3174EA}" type="presParOf" srcId="{51610FE4-085D-4161-93C8-4BDD2669C3EF}" destId="{28F076CF-81B1-46D0-9CFC-5AE70465CDB7}" srcOrd="3" destOrd="0" presId="urn:microsoft.com/office/officeart/2018/5/layout/IconCircleLabelList"/>
    <dgm:cxn modelId="{AED09B58-776D-4A28-B787-D7794747579B}" type="presParOf" srcId="{51610FE4-085D-4161-93C8-4BDD2669C3EF}" destId="{17174DB8-D603-4D18-9C61-AB1810B3CD48}" srcOrd="4" destOrd="0" presId="urn:microsoft.com/office/officeart/2018/5/layout/IconCircleLabelList"/>
    <dgm:cxn modelId="{B3A992FD-7B58-432E-9219-22F7798E395A}" type="presParOf" srcId="{17174DB8-D603-4D18-9C61-AB1810B3CD48}" destId="{D4F8F044-607A-4BC6-B782-118BB06187ED}" srcOrd="0" destOrd="0" presId="urn:microsoft.com/office/officeart/2018/5/layout/IconCircleLabelList"/>
    <dgm:cxn modelId="{51A36409-A141-4464-90C3-27A90850D0EB}" type="presParOf" srcId="{17174DB8-D603-4D18-9C61-AB1810B3CD48}" destId="{8B0D82AD-E19B-41E3-92A9-BC85EE4F8F42}" srcOrd="1" destOrd="0" presId="urn:microsoft.com/office/officeart/2018/5/layout/IconCircleLabelList"/>
    <dgm:cxn modelId="{FA7DD180-365B-4503-B5A3-89371E46A3E2}" type="presParOf" srcId="{17174DB8-D603-4D18-9C61-AB1810B3CD48}" destId="{D6A8AA8B-D479-49CA-BCAC-359E70F34D95}" srcOrd="2" destOrd="0" presId="urn:microsoft.com/office/officeart/2018/5/layout/IconCircleLabelList"/>
    <dgm:cxn modelId="{CA98A6A6-9EEE-483D-8EDB-26506A87786A}" type="presParOf" srcId="{17174DB8-D603-4D18-9C61-AB1810B3CD48}" destId="{328141BA-2767-4185-8833-CD8A30815300}" srcOrd="3" destOrd="0" presId="urn:microsoft.com/office/officeart/2018/5/layout/IconCircleLabelList"/>
    <dgm:cxn modelId="{768E67C7-269F-4D09-837E-BAA37FFB301B}" type="presParOf" srcId="{51610FE4-085D-4161-93C8-4BDD2669C3EF}" destId="{8083A2AA-53FA-4522-8697-0D5125D92F5A}" srcOrd="5" destOrd="0" presId="urn:microsoft.com/office/officeart/2018/5/layout/IconCircleLabelList"/>
    <dgm:cxn modelId="{E6E65F23-4D84-4BFF-BFC8-2EAF9C781174}" type="presParOf" srcId="{51610FE4-085D-4161-93C8-4BDD2669C3EF}" destId="{2DE2E105-F0D9-4DDE-B1F2-074CBFC88B96}" srcOrd="6" destOrd="0" presId="urn:microsoft.com/office/officeart/2018/5/layout/IconCircleLabelList"/>
    <dgm:cxn modelId="{495B72D5-FFEF-4B74-B1C2-28A76A8F088D}" type="presParOf" srcId="{2DE2E105-F0D9-4DDE-B1F2-074CBFC88B96}" destId="{F8357331-043E-4309-8BAB-8EB81F207CE4}" srcOrd="0" destOrd="0" presId="urn:microsoft.com/office/officeart/2018/5/layout/IconCircleLabelList"/>
    <dgm:cxn modelId="{A1A2BD3C-4DBE-4E2B-89E2-E21C630BD8C2}" type="presParOf" srcId="{2DE2E105-F0D9-4DDE-B1F2-074CBFC88B96}" destId="{FE12C67C-BBFD-48A7-8F6F-4CB38B820890}" srcOrd="1" destOrd="0" presId="urn:microsoft.com/office/officeart/2018/5/layout/IconCircleLabelList"/>
    <dgm:cxn modelId="{A00460D2-0097-4B6A-B0F6-93F8CC287BCC}" type="presParOf" srcId="{2DE2E105-F0D9-4DDE-B1F2-074CBFC88B96}" destId="{3AF6A999-0087-4644-8CBE-A9664238CC12}" srcOrd="2" destOrd="0" presId="urn:microsoft.com/office/officeart/2018/5/layout/IconCircleLabelList"/>
    <dgm:cxn modelId="{3C1D3645-EAC3-433C-B12F-C41971CD7541}" type="presParOf" srcId="{2DE2E105-F0D9-4DDE-B1F2-074CBFC88B96}" destId="{BD26D279-9F82-4B6D-AA89-2D54E1A527BD}" srcOrd="3" destOrd="0" presId="urn:microsoft.com/office/officeart/2018/5/layout/IconCircleLabelList"/>
    <dgm:cxn modelId="{27650E21-1ABD-49E1-9EEA-77099D7F7E88}" type="presParOf" srcId="{51610FE4-085D-4161-93C8-4BDD2669C3EF}" destId="{CF003C6F-58DB-4A56-89F5-EE72805BA8E3}" srcOrd="7" destOrd="0" presId="urn:microsoft.com/office/officeart/2018/5/layout/IconCircleLabelList"/>
    <dgm:cxn modelId="{98DC7DD9-8DBB-4DB3-8923-4A37C4A8D837}" type="presParOf" srcId="{51610FE4-085D-4161-93C8-4BDD2669C3EF}" destId="{3FD82E26-6539-4651-BACF-5E250FD7B3FD}" srcOrd="8" destOrd="0" presId="urn:microsoft.com/office/officeart/2018/5/layout/IconCircleLabelList"/>
    <dgm:cxn modelId="{2E169C87-2AC5-4724-8279-E4897A59E9CA}" type="presParOf" srcId="{3FD82E26-6539-4651-BACF-5E250FD7B3FD}" destId="{0466323E-D3F5-44DC-97F5-6F7AD5F32265}" srcOrd="0" destOrd="0" presId="urn:microsoft.com/office/officeart/2018/5/layout/IconCircleLabelList"/>
    <dgm:cxn modelId="{4E41809D-946E-4274-81B6-3AC6FB9E6B13}" type="presParOf" srcId="{3FD82E26-6539-4651-BACF-5E250FD7B3FD}" destId="{24B7AB22-9E9E-4038-9817-1C8C9D09A450}" srcOrd="1" destOrd="0" presId="urn:microsoft.com/office/officeart/2018/5/layout/IconCircleLabelList"/>
    <dgm:cxn modelId="{2260D2E8-9E90-423F-91DF-3C657F66A50B}" type="presParOf" srcId="{3FD82E26-6539-4651-BACF-5E250FD7B3FD}" destId="{1EB53065-A0F5-4FF9-B3F8-92A2B852E497}" srcOrd="2" destOrd="0" presId="urn:microsoft.com/office/officeart/2018/5/layout/IconCircleLabelList"/>
    <dgm:cxn modelId="{6A01BAE5-FE18-4992-9B93-2AA2000556A7}" type="presParOf" srcId="{3FD82E26-6539-4651-BACF-5E250FD7B3FD}" destId="{57AAD5E6-6B23-42B2-A38C-A7CC50E3E26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CF569FE-59D8-49D3-9232-528CD011C40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9BB9247-CDC6-4D4F-969F-391FE1AB969E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dirty="0"/>
            <a:t>Bearer token authentication</a:t>
          </a:r>
        </a:p>
      </dgm:t>
    </dgm:pt>
    <dgm:pt modelId="{67BAEF76-EE72-4BC8-A375-0E94DB1A2790}" type="parTrans" cxnId="{EA8C7F57-7FF0-476A-B51E-6FE31E6797A2}">
      <dgm:prSet/>
      <dgm:spPr/>
      <dgm:t>
        <a:bodyPr/>
        <a:lstStyle/>
        <a:p>
          <a:endParaRPr lang="en-US"/>
        </a:p>
      </dgm:t>
    </dgm:pt>
    <dgm:pt modelId="{C048A6E0-362F-4106-BDA3-3C49906BDF01}" type="sibTrans" cxnId="{EA8C7F57-7FF0-476A-B51E-6FE31E6797A2}">
      <dgm:prSet/>
      <dgm:spPr/>
      <dgm:t>
        <a:bodyPr/>
        <a:lstStyle/>
        <a:p>
          <a:endParaRPr lang="en-US"/>
        </a:p>
      </dgm:t>
    </dgm:pt>
    <dgm:pt modelId="{A3F590A3-7776-4B91-88AB-4E91311DD4D0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dirty="0"/>
            <a:t>Password hash support (PBKDF2 format)</a:t>
          </a:r>
        </a:p>
      </dgm:t>
    </dgm:pt>
    <dgm:pt modelId="{2B96F76F-E966-4090-A05D-D0A467544748}" type="parTrans" cxnId="{BF8AC646-23FF-46EE-8B24-E7BDAB56BAD9}">
      <dgm:prSet/>
      <dgm:spPr/>
      <dgm:t>
        <a:bodyPr/>
        <a:lstStyle/>
        <a:p>
          <a:endParaRPr lang="en-US"/>
        </a:p>
      </dgm:t>
    </dgm:pt>
    <dgm:pt modelId="{96F79A5E-42DB-4E17-A5AE-62A55A81587F}" type="sibTrans" cxnId="{BF8AC646-23FF-46EE-8B24-E7BDAB56BAD9}">
      <dgm:prSet/>
      <dgm:spPr/>
      <dgm:t>
        <a:bodyPr/>
        <a:lstStyle/>
        <a:p>
          <a:endParaRPr lang="en-US"/>
        </a:p>
      </dgm:t>
    </dgm:pt>
    <dgm:pt modelId="{CDAE8CFA-AC21-4A16-A309-2DC36468F9C7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dirty="0"/>
            <a:t>Upload hardening (size/type/signature checks)</a:t>
          </a:r>
        </a:p>
      </dgm:t>
    </dgm:pt>
    <dgm:pt modelId="{0F67661A-9139-47EC-8BCC-7A0B06BF4CA6}" type="parTrans" cxnId="{B233BD42-1E8C-4B9B-B91F-5AB044AAF02E}">
      <dgm:prSet/>
      <dgm:spPr/>
      <dgm:t>
        <a:bodyPr/>
        <a:lstStyle/>
        <a:p>
          <a:endParaRPr lang="en-US"/>
        </a:p>
      </dgm:t>
    </dgm:pt>
    <dgm:pt modelId="{1684B278-D511-45E7-9135-638A23083C5D}" type="sibTrans" cxnId="{B233BD42-1E8C-4B9B-B91F-5AB044AAF02E}">
      <dgm:prSet/>
      <dgm:spPr/>
      <dgm:t>
        <a:bodyPr/>
        <a:lstStyle/>
        <a:p>
          <a:endParaRPr lang="en-US"/>
        </a:p>
      </dgm:t>
    </dgm:pt>
    <dgm:pt modelId="{62B5750D-4D30-4A27-80DE-B1682FD36B7F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dirty="0"/>
            <a:t>Rate limiting on sensitive routes</a:t>
          </a:r>
        </a:p>
      </dgm:t>
    </dgm:pt>
    <dgm:pt modelId="{0CEECB74-00C3-42FD-BB30-D7D753594144}" type="parTrans" cxnId="{DEA362B5-BB3C-4093-A25D-40CECE166D87}">
      <dgm:prSet/>
      <dgm:spPr/>
      <dgm:t>
        <a:bodyPr/>
        <a:lstStyle/>
        <a:p>
          <a:endParaRPr lang="en-US"/>
        </a:p>
      </dgm:t>
    </dgm:pt>
    <dgm:pt modelId="{A875D241-C082-4ADB-8E01-BEDC25D6C7DB}" type="sibTrans" cxnId="{DEA362B5-BB3C-4093-A25D-40CECE166D87}">
      <dgm:prSet/>
      <dgm:spPr/>
      <dgm:t>
        <a:bodyPr/>
        <a:lstStyle/>
        <a:p>
          <a:endParaRPr lang="en-US"/>
        </a:p>
      </dgm:t>
    </dgm:pt>
    <dgm:pt modelId="{21E4019A-BA84-4E8B-9331-EDE07F8F8029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500" dirty="0"/>
            <a:t>Tiered file access (low, medium, </a:t>
          </a:r>
          <a:r>
            <a:rPr lang="en-US" sz="1500" dirty="0" err="1"/>
            <a:t>hIgh,quarantinE</a:t>
          </a:r>
          <a:r>
            <a:rPr lang="en-US" sz="1500" dirty="0"/>
            <a:t>)</a:t>
          </a:r>
        </a:p>
      </dgm:t>
    </dgm:pt>
    <dgm:pt modelId="{7F7B6959-192E-4884-9740-C379E80A0507}" type="parTrans" cxnId="{1DD9FC08-3235-4ECF-9D11-8A59A72AE3CE}">
      <dgm:prSet/>
      <dgm:spPr/>
      <dgm:t>
        <a:bodyPr/>
        <a:lstStyle/>
        <a:p>
          <a:endParaRPr lang="en-US"/>
        </a:p>
      </dgm:t>
    </dgm:pt>
    <dgm:pt modelId="{DE1F1686-C323-439E-83B8-6BA47D9B9181}" type="sibTrans" cxnId="{1DD9FC08-3235-4ECF-9D11-8A59A72AE3CE}">
      <dgm:prSet/>
      <dgm:spPr/>
      <dgm:t>
        <a:bodyPr/>
        <a:lstStyle/>
        <a:p>
          <a:endParaRPr lang="en-US"/>
        </a:p>
      </dgm:t>
    </dgm:pt>
    <dgm:pt modelId="{51610FE4-085D-4161-93C8-4BDD2669C3EF}" type="pres">
      <dgm:prSet presAssocID="{FCF569FE-59D8-49D3-9232-528CD011C408}" presName="root" presStyleCnt="0">
        <dgm:presLayoutVars>
          <dgm:dir/>
          <dgm:resizeHandles val="exact"/>
        </dgm:presLayoutVars>
      </dgm:prSet>
      <dgm:spPr/>
    </dgm:pt>
    <dgm:pt modelId="{A6CF06A1-C779-4663-AEDB-830A174CCA85}" type="pres">
      <dgm:prSet presAssocID="{59BB9247-CDC6-4D4F-969F-391FE1AB969E}" presName="compNode" presStyleCnt="0"/>
      <dgm:spPr/>
    </dgm:pt>
    <dgm:pt modelId="{B0F7379A-8159-4A8A-B660-CAE7E759A708}" type="pres">
      <dgm:prSet presAssocID="{59BB9247-CDC6-4D4F-969F-391FE1AB969E}" presName="iconBgRect" presStyleLbl="bgShp" presStyleIdx="0" presStyleCnt="5"/>
      <dgm:spPr/>
    </dgm:pt>
    <dgm:pt modelId="{A29CCFE8-C39C-424A-8098-56E2D6DB5833}" type="pres">
      <dgm:prSet presAssocID="{59BB9247-CDC6-4D4F-969F-391FE1AB969E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F5E4725-F12A-4F80-8543-28AA58B0952D}" type="pres">
      <dgm:prSet presAssocID="{59BB9247-CDC6-4D4F-969F-391FE1AB969E}" presName="spaceRect" presStyleCnt="0"/>
      <dgm:spPr/>
    </dgm:pt>
    <dgm:pt modelId="{E681AC2E-C922-435B-B69D-D31733879039}" type="pres">
      <dgm:prSet presAssocID="{59BB9247-CDC6-4D4F-969F-391FE1AB969E}" presName="textRect" presStyleLbl="revTx" presStyleIdx="0" presStyleCnt="5">
        <dgm:presLayoutVars>
          <dgm:chMax val="1"/>
          <dgm:chPref val="1"/>
        </dgm:presLayoutVars>
      </dgm:prSet>
      <dgm:spPr/>
    </dgm:pt>
    <dgm:pt modelId="{39A440E5-F0CE-48CA-AA52-75C1CD74756F}" type="pres">
      <dgm:prSet presAssocID="{C048A6E0-362F-4106-BDA3-3C49906BDF01}" presName="sibTrans" presStyleCnt="0"/>
      <dgm:spPr/>
    </dgm:pt>
    <dgm:pt modelId="{2E4FC0AB-426A-47AD-951F-1F5B9DF631D2}" type="pres">
      <dgm:prSet presAssocID="{A3F590A3-7776-4B91-88AB-4E91311DD4D0}" presName="compNode" presStyleCnt="0"/>
      <dgm:spPr/>
    </dgm:pt>
    <dgm:pt modelId="{D05BCF1F-10CD-4B76-B954-F6A71E70A865}" type="pres">
      <dgm:prSet presAssocID="{A3F590A3-7776-4B91-88AB-4E91311DD4D0}" presName="iconBgRect" presStyleLbl="bgShp" presStyleIdx="1" presStyleCnt="5"/>
      <dgm:spPr/>
    </dgm:pt>
    <dgm:pt modelId="{ED9D404A-3B14-42D3-AF09-36134E5E637D}" type="pres">
      <dgm:prSet presAssocID="{A3F590A3-7776-4B91-88AB-4E91311DD4D0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433BFCB-0AC0-4DD1-8A03-32984038ED22}" type="pres">
      <dgm:prSet presAssocID="{A3F590A3-7776-4B91-88AB-4E91311DD4D0}" presName="spaceRect" presStyleCnt="0"/>
      <dgm:spPr/>
    </dgm:pt>
    <dgm:pt modelId="{8F054847-CB86-42F2-9202-CACA37A5F76F}" type="pres">
      <dgm:prSet presAssocID="{A3F590A3-7776-4B91-88AB-4E91311DD4D0}" presName="textRect" presStyleLbl="revTx" presStyleIdx="1" presStyleCnt="5">
        <dgm:presLayoutVars>
          <dgm:chMax val="1"/>
          <dgm:chPref val="1"/>
        </dgm:presLayoutVars>
      </dgm:prSet>
      <dgm:spPr/>
    </dgm:pt>
    <dgm:pt modelId="{28F076CF-81B1-46D0-9CFC-5AE70465CDB7}" type="pres">
      <dgm:prSet presAssocID="{96F79A5E-42DB-4E17-A5AE-62A55A81587F}" presName="sibTrans" presStyleCnt="0"/>
      <dgm:spPr/>
    </dgm:pt>
    <dgm:pt modelId="{17174DB8-D603-4D18-9C61-AB1810B3CD48}" type="pres">
      <dgm:prSet presAssocID="{CDAE8CFA-AC21-4A16-A309-2DC36468F9C7}" presName="compNode" presStyleCnt="0"/>
      <dgm:spPr/>
    </dgm:pt>
    <dgm:pt modelId="{D4F8F044-607A-4BC6-B782-118BB06187ED}" type="pres">
      <dgm:prSet presAssocID="{CDAE8CFA-AC21-4A16-A309-2DC36468F9C7}" presName="iconBgRect" presStyleLbl="bgShp" presStyleIdx="2" presStyleCnt="5"/>
      <dgm:spPr/>
    </dgm:pt>
    <dgm:pt modelId="{8B0D82AD-E19B-41E3-92A9-BC85EE4F8F42}" type="pres">
      <dgm:prSet presAssocID="{CDAE8CFA-AC21-4A16-A309-2DC36468F9C7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D6A8AA8B-D479-49CA-BCAC-359E70F34D95}" type="pres">
      <dgm:prSet presAssocID="{CDAE8CFA-AC21-4A16-A309-2DC36468F9C7}" presName="spaceRect" presStyleCnt="0"/>
      <dgm:spPr/>
    </dgm:pt>
    <dgm:pt modelId="{328141BA-2767-4185-8833-CD8A30815300}" type="pres">
      <dgm:prSet presAssocID="{CDAE8CFA-AC21-4A16-A309-2DC36468F9C7}" presName="textRect" presStyleLbl="revTx" presStyleIdx="2" presStyleCnt="5">
        <dgm:presLayoutVars>
          <dgm:chMax val="1"/>
          <dgm:chPref val="1"/>
        </dgm:presLayoutVars>
      </dgm:prSet>
      <dgm:spPr/>
    </dgm:pt>
    <dgm:pt modelId="{8083A2AA-53FA-4522-8697-0D5125D92F5A}" type="pres">
      <dgm:prSet presAssocID="{1684B278-D511-45E7-9135-638A23083C5D}" presName="sibTrans" presStyleCnt="0"/>
      <dgm:spPr/>
    </dgm:pt>
    <dgm:pt modelId="{2DE2E105-F0D9-4DDE-B1F2-074CBFC88B96}" type="pres">
      <dgm:prSet presAssocID="{62B5750D-4D30-4A27-80DE-B1682FD36B7F}" presName="compNode" presStyleCnt="0"/>
      <dgm:spPr/>
    </dgm:pt>
    <dgm:pt modelId="{F8357331-043E-4309-8BAB-8EB81F207CE4}" type="pres">
      <dgm:prSet presAssocID="{62B5750D-4D30-4A27-80DE-B1682FD36B7F}" presName="iconBgRect" presStyleLbl="bgShp" presStyleIdx="3" presStyleCnt="5"/>
      <dgm:spPr/>
    </dgm:pt>
    <dgm:pt modelId="{FE12C67C-BBFD-48A7-8F6F-4CB38B820890}" type="pres">
      <dgm:prSet presAssocID="{62B5750D-4D30-4A27-80DE-B1682FD36B7F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AF6A999-0087-4644-8CBE-A9664238CC12}" type="pres">
      <dgm:prSet presAssocID="{62B5750D-4D30-4A27-80DE-B1682FD36B7F}" presName="spaceRect" presStyleCnt="0"/>
      <dgm:spPr/>
    </dgm:pt>
    <dgm:pt modelId="{BD26D279-9F82-4B6D-AA89-2D54E1A527BD}" type="pres">
      <dgm:prSet presAssocID="{62B5750D-4D30-4A27-80DE-B1682FD36B7F}" presName="textRect" presStyleLbl="revTx" presStyleIdx="3" presStyleCnt="5">
        <dgm:presLayoutVars>
          <dgm:chMax val="1"/>
          <dgm:chPref val="1"/>
        </dgm:presLayoutVars>
      </dgm:prSet>
      <dgm:spPr/>
    </dgm:pt>
    <dgm:pt modelId="{CF003C6F-58DB-4A56-89F5-EE72805BA8E3}" type="pres">
      <dgm:prSet presAssocID="{A875D241-C082-4ADB-8E01-BEDC25D6C7DB}" presName="sibTrans" presStyleCnt="0"/>
      <dgm:spPr/>
    </dgm:pt>
    <dgm:pt modelId="{3FD82E26-6539-4651-BACF-5E250FD7B3FD}" type="pres">
      <dgm:prSet presAssocID="{21E4019A-BA84-4E8B-9331-EDE07F8F8029}" presName="compNode" presStyleCnt="0"/>
      <dgm:spPr/>
    </dgm:pt>
    <dgm:pt modelId="{0466323E-D3F5-44DC-97F5-6F7AD5F32265}" type="pres">
      <dgm:prSet presAssocID="{21E4019A-BA84-4E8B-9331-EDE07F8F8029}" presName="iconBgRect" presStyleLbl="bgShp" presStyleIdx="4" presStyleCnt="5"/>
      <dgm:spPr/>
    </dgm:pt>
    <dgm:pt modelId="{24B7AB22-9E9E-4038-9817-1C8C9D09A450}" type="pres">
      <dgm:prSet presAssocID="{21E4019A-BA84-4E8B-9331-EDE07F8F8029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V"/>
        </a:ext>
      </dgm:extLst>
    </dgm:pt>
    <dgm:pt modelId="{1EB53065-A0F5-4FF9-B3F8-92A2B852E497}" type="pres">
      <dgm:prSet presAssocID="{21E4019A-BA84-4E8B-9331-EDE07F8F8029}" presName="spaceRect" presStyleCnt="0"/>
      <dgm:spPr/>
    </dgm:pt>
    <dgm:pt modelId="{57AAD5E6-6B23-42B2-A38C-A7CC50E3E26C}" type="pres">
      <dgm:prSet presAssocID="{21E4019A-BA84-4E8B-9331-EDE07F8F8029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DD9FC08-3235-4ECF-9D11-8A59A72AE3CE}" srcId="{FCF569FE-59D8-49D3-9232-528CD011C408}" destId="{21E4019A-BA84-4E8B-9331-EDE07F8F8029}" srcOrd="4" destOrd="0" parTransId="{7F7B6959-192E-4884-9740-C379E80A0507}" sibTransId="{DE1F1686-C323-439E-83B8-6BA47D9B9181}"/>
    <dgm:cxn modelId="{B233BD42-1E8C-4B9B-B91F-5AB044AAF02E}" srcId="{FCF569FE-59D8-49D3-9232-528CD011C408}" destId="{CDAE8CFA-AC21-4A16-A309-2DC36468F9C7}" srcOrd="2" destOrd="0" parTransId="{0F67661A-9139-47EC-8BCC-7A0B06BF4CA6}" sibTransId="{1684B278-D511-45E7-9135-638A23083C5D}"/>
    <dgm:cxn modelId="{BF8AC646-23FF-46EE-8B24-E7BDAB56BAD9}" srcId="{FCF569FE-59D8-49D3-9232-528CD011C408}" destId="{A3F590A3-7776-4B91-88AB-4E91311DD4D0}" srcOrd="1" destOrd="0" parTransId="{2B96F76F-E966-4090-A05D-D0A467544748}" sibTransId="{96F79A5E-42DB-4E17-A5AE-62A55A81587F}"/>
    <dgm:cxn modelId="{C83CF549-5382-44C4-926D-B3BC44315EC1}" type="presOf" srcId="{21E4019A-BA84-4E8B-9331-EDE07F8F8029}" destId="{57AAD5E6-6B23-42B2-A38C-A7CC50E3E26C}" srcOrd="0" destOrd="0" presId="urn:microsoft.com/office/officeart/2018/5/layout/IconCircleLabelList"/>
    <dgm:cxn modelId="{4646A074-4B51-4245-B289-58C8724444F3}" type="presOf" srcId="{59BB9247-CDC6-4D4F-969F-391FE1AB969E}" destId="{E681AC2E-C922-435B-B69D-D31733879039}" srcOrd="0" destOrd="0" presId="urn:microsoft.com/office/officeart/2018/5/layout/IconCircleLabelList"/>
    <dgm:cxn modelId="{EA8C7F57-7FF0-476A-B51E-6FE31E6797A2}" srcId="{FCF569FE-59D8-49D3-9232-528CD011C408}" destId="{59BB9247-CDC6-4D4F-969F-391FE1AB969E}" srcOrd="0" destOrd="0" parTransId="{67BAEF76-EE72-4BC8-A375-0E94DB1A2790}" sibTransId="{C048A6E0-362F-4106-BDA3-3C49906BDF01}"/>
    <dgm:cxn modelId="{BBD8A87E-8218-41CC-A0C4-000438756EF6}" type="presOf" srcId="{FCF569FE-59D8-49D3-9232-528CD011C408}" destId="{51610FE4-085D-4161-93C8-4BDD2669C3EF}" srcOrd="0" destOrd="0" presId="urn:microsoft.com/office/officeart/2018/5/layout/IconCircleLabelList"/>
    <dgm:cxn modelId="{0FC9FE80-07E4-4B54-9916-160E531C72CD}" type="presOf" srcId="{CDAE8CFA-AC21-4A16-A309-2DC36468F9C7}" destId="{328141BA-2767-4185-8833-CD8A30815300}" srcOrd="0" destOrd="0" presId="urn:microsoft.com/office/officeart/2018/5/layout/IconCircleLabelList"/>
    <dgm:cxn modelId="{DEA362B5-BB3C-4093-A25D-40CECE166D87}" srcId="{FCF569FE-59D8-49D3-9232-528CD011C408}" destId="{62B5750D-4D30-4A27-80DE-B1682FD36B7F}" srcOrd="3" destOrd="0" parTransId="{0CEECB74-00C3-42FD-BB30-D7D753594144}" sibTransId="{A875D241-C082-4ADB-8E01-BEDC25D6C7DB}"/>
    <dgm:cxn modelId="{191AEBC9-5965-4D11-ACE9-FD3AC3ABFA89}" type="presOf" srcId="{62B5750D-4D30-4A27-80DE-B1682FD36B7F}" destId="{BD26D279-9F82-4B6D-AA89-2D54E1A527BD}" srcOrd="0" destOrd="0" presId="urn:microsoft.com/office/officeart/2018/5/layout/IconCircleLabelList"/>
    <dgm:cxn modelId="{48E2CEDC-4912-427D-89A3-0566C4CAC650}" type="presOf" srcId="{A3F590A3-7776-4B91-88AB-4E91311DD4D0}" destId="{8F054847-CB86-42F2-9202-CACA37A5F76F}" srcOrd="0" destOrd="0" presId="urn:microsoft.com/office/officeart/2018/5/layout/IconCircleLabelList"/>
    <dgm:cxn modelId="{D9CB54E4-F683-49C1-B83A-0FD5040C1275}" type="presParOf" srcId="{51610FE4-085D-4161-93C8-4BDD2669C3EF}" destId="{A6CF06A1-C779-4663-AEDB-830A174CCA85}" srcOrd="0" destOrd="0" presId="urn:microsoft.com/office/officeart/2018/5/layout/IconCircleLabelList"/>
    <dgm:cxn modelId="{ABEFC23F-EB51-4F4C-B89F-E1EC101F9BA2}" type="presParOf" srcId="{A6CF06A1-C779-4663-AEDB-830A174CCA85}" destId="{B0F7379A-8159-4A8A-B660-CAE7E759A708}" srcOrd="0" destOrd="0" presId="urn:microsoft.com/office/officeart/2018/5/layout/IconCircleLabelList"/>
    <dgm:cxn modelId="{2991AB3E-D5AB-4543-8989-E0504632C50C}" type="presParOf" srcId="{A6CF06A1-C779-4663-AEDB-830A174CCA85}" destId="{A29CCFE8-C39C-424A-8098-56E2D6DB5833}" srcOrd="1" destOrd="0" presId="urn:microsoft.com/office/officeart/2018/5/layout/IconCircleLabelList"/>
    <dgm:cxn modelId="{2A92D846-5BBE-450C-9B11-73B1FD2AD7DC}" type="presParOf" srcId="{A6CF06A1-C779-4663-AEDB-830A174CCA85}" destId="{CF5E4725-F12A-4F80-8543-28AA58B0952D}" srcOrd="2" destOrd="0" presId="urn:microsoft.com/office/officeart/2018/5/layout/IconCircleLabelList"/>
    <dgm:cxn modelId="{0F7841C4-EEFD-4D28-BC19-13BBDAD59BE7}" type="presParOf" srcId="{A6CF06A1-C779-4663-AEDB-830A174CCA85}" destId="{E681AC2E-C922-435B-B69D-D31733879039}" srcOrd="3" destOrd="0" presId="urn:microsoft.com/office/officeart/2018/5/layout/IconCircleLabelList"/>
    <dgm:cxn modelId="{F6CC1CB9-8D54-49F1-9694-1FB300D0343A}" type="presParOf" srcId="{51610FE4-085D-4161-93C8-4BDD2669C3EF}" destId="{39A440E5-F0CE-48CA-AA52-75C1CD74756F}" srcOrd="1" destOrd="0" presId="urn:microsoft.com/office/officeart/2018/5/layout/IconCircleLabelList"/>
    <dgm:cxn modelId="{05635EE6-023C-4F9A-9F41-4F556318F714}" type="presParOf" srcId="{51610FE4-085D-4161-93C8-4BDD2669C3EF}" destId="{2E4FC0AB-426A-47AD-951F-1F5B9DF631D2}" srcOrd="2" destOrd="0" presId="urn:microsoft.com/office/officeart/2018/5/layout/IconCircleLabelList"/>
    <dgm:cxn modelId="{406876C6-F03E-4F0E-84FA-A9F8F75410B6}" type="presParOf" srcId="{2E4FC0AB-426A-47AD-951F-1F5B9DF631D2}" destId="{D05BCF1F-10CD-4B76-B954-F6A71E70A865}" srcOrd="0" destOrd="0" presId="urn:microsoft.com/office/officeart/2018/5/layout/IconCircleLabelList"/>
    <dgm:cxn modelId="{E1AD41C6-6C88-4D00-930F-2230725B8438}" type="presParOf" srcId="{2E4FC0AB-426A-47AD-951F-1F5B9DF631D2}" destId="{ED9D404A-3B14-42D3-AF09-36134E5E637D}" srcOrd="1" destOrd="0" presId="urn:microsoft.com/office/officeart/2018/5/layout/IconCircleLabelList"/>
    <dgm:cxn modelId="{87C96731-02D4-444B-953E-8A0D70C33E50}" type="presParOf" srcId="{2E4FC0AB-426A-47AD-951F-1F5B9DF631D2}" destId="{A433BFCB-0AC0-4DD1-8A03-32984038ED22}" srcOrd="2" destOrd="0" presId="urn:microsoft.com/office/officeart/2018/5/layout/IconCircleLabelList"/>
    <dgm:cxn modelId="{70687856-E71D-4C85-A916-753E2A9DDDC1}" type="presParOf" srcId="{2E4FC0AB-426A-47AD-951F-1F5B9DF631D2}" destId="{8F054847-CB86-42F2-9202-CACA37A5F76F}" srcOrd="3" destOrd="0" presId="urn:microsoft.com/office/officeart/2018/5/layout/IconCircleLabelList"/>
    <dgm:cxn modelId="{2E6BB68B-8261-4D28-81B6-F22E0F3174EA}" type="presParOf" srcId="{51610FE4-085D-4161-93C8-4BDD2669C3EF}" destId="{28F076CF-81B1-46D0-9CFC-5AE70465CDB7}" srcOrd="3" destOrd="0" presId="urn:microsoft.com/office/officeart/2018/5/layout/IconCircleLabelList"/>
    <dgm:cxn modelId="{AED09B58-776D-4A28-B787-D7794747579B}" type="presParOf" srcId="{51610FE4-085D-4161-93C8-4BDD2669C3EF}" destId="{17174DB8-D603-4D18-9C61-AB1810B3CD48}" srcOrd="4" destOrd="0" presId="urn:microsoft.com/office/officeart/2018/5/layout/IconCircleLabelList"/>
    <dgm:cxn modelId="{B3A992FD-7B58-432E-9219-22F7798E395A}" type="presParOf" srcId="{17174DB8-D603-4D18-9C61-AB1810B3CD48}" destId="{D4F8F044-607A-4BC6-B782-118BB06187ED}" srcOrd="0" destOrd="0" presId="urn:microsoft.com/office/officeart/2018/5/layout/IconCircleLabelList"/>
    <dgm:cxn modelId="{51A36409-A141-4464-90C3-27A90850D0EB}" type="presParOf" srcId="{17174DB8-D603-4D18-9C61-AB1810B3CD48}" destId="{8B0D82AD-E19B-41E3-92A9-BC85EE4F8F42}" srcOrd="1" destOrd="0" presId="urn:microsoft.com/office/officeart/2018/5/layout/IconCircleLabelList"/>
    <dgm:cxn modelId="{FA7DD180-365B-4503-B5A3-89371E46A3E2}" type="presParOf" srcId="{17174DB8-D603-4D18-9C61-AB1810B3CD48}" destId="{D6A8AA8B-D479-49CA-BCAC-359E70F34D95}" srcOrd="2" destOrd="0" presId="urn:microsoft.com/office/officeart/2018/5/layout/IconCircleLabelList"/>
    <dgm:cxn modelId="{CA98A6A6-9EEE-483D-8EDB-26506A87786A}" type="presParOf" srcId="{17174DB8-D603-4D18-9C61-AB1810B3CD48}" destId="{328141BA-2767-4185-8833-CD8A30815300}" srcOrd="3" destOrd="0" presId="urn:microsoft.com/office/officeart/2018/5/layout/IconCircleLabelList"/>
    <dgm:cxn modelId="{768E67C7-269F-4D09-837E-BAA37FFB301B}" type="presParOf" srcId="{51610FE4-085D-4161-93C8-4BDD2669C3EF}" destId="{8083A2AA-53FA-4522-8697-0D5125D92F5A}" srcOrd="5" destOrd="0" presId="urn:microsoft.com/office/officeart/2018/5/layout/IconCircleLabelList"/>
    <dgm:cxn modelId="{E6E65F23-4D84-4BFF-BFC8-2EAF9C781174}" type="presParOf" srcId="{51610FE4-085D-4161-93C8-4BDD2669C3EF}" destId="{2DE2E105-F0D9-4DDE-B1F2-074CBFC88B96}" srcOrd="6" destOrd="0" presId="urn:microsoft.com/office/officeart/2018/5/layout/IconCircleLabelList"/>
    <dgm:cxn modelId="{495B72D5-FFEF-4B74-B1C2-28A76A8F088D}" type="presParOf" srcId="{2DE2E105-F0D9-4DDE-B1F2-074CBFC88B96}" destId="{F8357331-043E-4309-8BAB-8EB81F207CE4}" srcOrd="0" destOrd="0" presId="urn:microsoft.com/office/officeart/2018/5/layout/IconCircleLabelList"/>
    <dgm:cxn modelId="{A1A2BD3C-4DBE-4E2B-89E2-E21C630BD8C2}" type="presParOf" srcId="{2DE2E105-F0D9-4DDE-B1F2-074CBFC88B96}" destId="{FE12C67C-BBFD-48A7-8F6F-4CB38B820890}" srcOrd="1" destOrd="0" presId="urn:microsoft.com/office/officeart/2018/5/layout/IconCircleLabelList"/>
    <dgm:cxn modelId="{A00460D2-0097-4B6A-B0F6-93F8CC287BCC}" type="presParOf" srcId="{2DE2E105-F0D9-4DDE-B1F2-074CBFC88B96}" destId="{3AF6A999-0087-4644-8CBE-A9664238CC12}" srcOrd="2" destOrd="0" presId="urn:microsoft.com/office/officeart/2018/5/layout/IconCircleLabelList"/>
    <dgm:cxn modelId="{3C1D3645-EAC3-433C-B12F-C41971CD7541}" type="presParOf" srcId="{2DE2E105-F0D9-4DDE-B1F2-074CBFC88B96}" destId="{BD26D279-9F82-4B6D-AA89-2D54E1A527BD}" srcOrd="3" destOrd="0" presId="urn:microsoft.com/office/officeart/2018/5/layout/IconCircleLabelList"/>
    <dgm:cxn modelId="{27650E21-1ABD-49E1-9EEA-77099D7F7E88}" type="presParOf" srcId="{51610FE4-085D-4161-93C8-4BDD2669C3EF}" destId="{CF003C6F-58DB-4A56-89F5-EE72805BA8E3}" srcOrd="7" destOrd="0" presId="urn:microsoft.com/office/officeart/2018/5/layout/IconCircleLabelList"/>
    <dgm:cxn modelId="{98DC7DD9-8DBB-4DB3-8923-4A37C4A8D837}" type="presParOf" srcId="{51610FE4-085D-4161-93C8-4BDD2669C3EF}" destId="{3FD82E26-6539-4651-BACF-5E250FD7B3FD}" srcOrd="8" destOrd="0" presId="urn:microsoft.com/office/officeart/2018/5/layout/IconCircleLabelList"/>
    <dgm:cxn modelId="{2E169C87-2AC5-4724-8279-E4897A59E9CA}" type="presParOf" srcId="{3FD82E26-6539-4651-BACF-5E250FD7B3FD}" destId="{0466323E-D3F5-44DC-97F5-6F7AD5F32265}" srcOrd="0" destOrd="0" presId="urn:microsoft.com/office/officeart/2018/5/layout/IconCircleLabelList"/>
    <dgm:cxn modelId="{4E41809D-946E-4274-81B6-3AC6FB9E6B13}" type="presParOf" srcId="{3FD82E26-6539-4651-BACF-5E250FD7B3FD}" destId="{24B7AB22-9E9E-4038-9817-1C8C9D09A450}" srcOrd="1" destOrd="0" presId="urn:microsoft.com/office/officeart/2018/5/layout/IconCircleLabelList"/>
    <dgm:cxn modelId="{2260D2E8-9E90-423F-91DF-3C657F66A50B}" type="presParOf" srcId="{3FD82E26-6539-4651-BACF-5E250FD7B3FD}" destId="{1EB53065-A0F5-4FF9-B3F8-92A2B852E497}" srcOrd="2" destOrd="0" presId="urn:microsoft.com/office/officeart/2018/5/layout/IconCircleLabelList"/>
    <dgm:cxn modelId="{6A01BAE5-FE18-4992-9B93-2AA2000556A7}" type="presParOf" srcId="{3FD82E26-6539-4651-BACF-5E250FD7B3FD}" destId="{57AAD5E6-6B23-42B2-A38C-A7CC50E3E26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47AC390-85D4-49BF-9063-4C65D662333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8575EA9-0D4D-439C-81B9-0A7204FCBD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1: Frontend prototype + mock API</a:t>
          </a:r>
        </a:p>
      </dgm:t>
    </dgm:pt>
    <dgm:pt modelId="{07802C0F-3F2C-4949-9428-143268151C4E}" type="parTrans" cxnId="{526754AE-5BC1-4230-965B-26954600CA81}">
      <dgm:prSet/>
      <dgm:spPr/>
      <dgm:t>
        <a:bodyPr/>
        <a:lstStyle/>
        <a:p>
          <a:endParaRPr lang="en-US"/>
        </a:p>
      </dgm:t>
    </dgm:pt>
    <dgm:pt modelId="{5492B4BA-70D8-419A-A91B-D1167475251D}" type="sibTrans" cxnId="{526754AE-5BC1-4230-965B-26954600CA81}">
      <dgm:prSet/>
      <dgm:spPr/>
      <dgm:t>
        <a:bodyPr/>
        <a:lstStyle/>
        <a:p>
          <a:endParaRPr lang="en-US"/>
        </a:p>
      </dgm:t>
    </dgm:pt>
    <dgm:pt modelId="{C3395636-796B-4FD3-ACCE-0D1F9A06A3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2: Real backend + persistence + async jobs</a:t>
          </a:r>
        </a:p>
      </dgm:t>
    </dgm:pt>
    <dgm:pt modelId="{6F11175F-7474-40CD-B324-04FFB6ED2BED}" type="parTrans" cxnId="{64C619A8-9C42-4A92-8DAD-B83C2AF3FFED}">
      <dgm:prSet/>
      <dgm:spPr/>
      <dgm:t>
        <a:bodyPr/>
        <a:lstStyle/>
        <a:p>
          <a:endParaRPr lang="en-US"/>
        </a:p>
      </dgm:t>
    </dgm:pt>
    <dgm:pt modelId="{0DAA02C7-7CD7-4B22-9673-A9F81C237B24}" type="sibTrans" cxnId="{64C619A8-9C42-4A92-8DAD-B83C2AF3FFED}">
      <dgm:prSet/>
      <dgm:spPr/>
      <dgm:t>
        <a:bodyPr/>
        <a:lstStyle/>
        <a:p>
          <a:endParaRPr lang="en-US"/>
        </a:p>
      </dgm:t>
    </dgm:pt>
    <dgm:pt modelId="{2A7634A3-4589-471D-AA2C-94F5808356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3: security hardening + HTTPS + admin auth</a:t>
          </a:r>
        </a:p>
      </dgm:t>
    </dgm:pt>
    <dgm:pt modelId="{EEF76B46-5211-41CD-BD5F-05E7139E0182}" type="parTrans" cxnId="{C038EF7A-AD4A-4CAB-9A66-6DBFFE9D2131}">
      <dgm:prSet/>
      <dgm:spPr/>
      <dgm:t>
        <a:bodyPr/>
        <a:lstStyle/>
        <a:p>
          <a:endParaRPr lang="en-US"/>
        </a:p>
      </dgm:t>
    </dgm:pt>
    <dgm:pt modelId="{64A38B0B-EDE5-4242-937E-A0E98A1657C0}" type="sibTrans" cxnId="{C038EF7A-AD4A-4CAB-9A66-6DBFFE9D2131}">
      <dgm:prSet/>
      <dgm:spPr/>
      <dgm:t>
        <a:bodyPr/>
        <a:lstStyle/>
        <a:p>
          <a:endParaRPr lang="en-US"/>
        </a:p>
      </dgm:t>
    </dgm:pt>
    <dgm:pt modelId="{AC430121-DBA6-4920-8EBE-6B2F13AF3C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4: segmentation + multi-user ownership controls</a:t>
          </a:r>
        </a:p>
      </dgm:t>
    </dgm:pt>
    <dgm:pt modelId="{1006A603-E84F-45F9-81D6-64913442BBD9}" type="parTrans" cxnId="{D004C00B-870E-4E90-A76D-3278B8B11050}">
      <dgm:prSet/>
      <dgm:spPr/>
      <dgm:t>
        <a:bodyPr/>
        <a:lstStyle/>
        <a:p>
          <a:endParaRPr lang="en-US"/>
        </a:p>
      </dgm:t>
    </dgm:pt>
    <dgm:pt modelId="{E94FE7FC-F721-40B1-A8BE-6006AC85BFA9}" type="sibTrans" cxnId="{D004C00B-870E-4E90-A76D-3278B8B11050}">
      <dgm:prSet/>
      <dgm:spPr/>
      <dgm:t>
        <a:bodyPr/>
        <a:lstStyle/>
        <a:p>
          <a:endParaRPr lang="en-US"/>
        </a:p>
      </dgm:t>
    </dgm:pt>
    <dgm:pt modelId="{EAD314D8-4674-4BE9-B03C-6F9312BFA855}" type="pres">
      <dgm:prSet presAssocID="{F47AC390-85D4-49BF-9063-4C65D6623337}" presName="root" presStyleCnt="0">
        <dgm:presLayoutVars>
          <dgm:dir/>
          <dgm:resizeHandles val="exact"/>
        </dgm:presLayoutVars>
      </dgm:prSet>
      <dgm:spPr/>
    </dgm:pt>
    <dgm:pt modelId="{4B26C103-DD46-41F9-BACC-CEFEF2435A0A}" type="pres">
      <dgm:prSet presAssocID="{B8575EA9-0D4D-439C-81B9-0A7204FCBD01}" presName="compNode" presStyleCnt="0"/>
      <dgm:spPr/>
    </dgm:pt>
    <dgm:pt modelId="{4A750E91-8412-46D9-A072-073EB0EF4B19}" type="pres">
      <dgm:prSet presAssocID="{B8575EA9-0D4D-439C-81B9-0A7204FCBD01}" presName="bgRect" presStyleLbl="bgShp" presStyleIdx="0" presStyleCnt="4"/>
      <dgm:spPr/>
    </dgm:pt>
    <dgm:pt modelId="{7A98881C-E873-4AFC-83ED-BD8BC59F1F46}" type="pres">
      <dgm:prSet presAssocID="{B8575EA9-0D4D-439C-81B9-0A7204FCBD0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051B8F7-AE57-48A5-A0C5-16EDEF075644}" type="pres">
      <dgm:prSet presAssocID="{B8575EA9-0D4D-439C-81B9-0A7204FCBD01}" presName="spaceRect" presStyleCnt="0"/>
      <dgm:spPr/>
    </dgm:pt>
    <dgm:pt modelId="{24301DE4-FB8E-452B-A856-B5A8AC3C1FBC}" type="pres">
      <dgm:prSet presAssocID="{B8575EA9-0D4D-439C-81B9-0A7204FCBD01}" presName="parTx" presStyleLbl="revTx" presStyleIdx="0" presStyleCnt="4">
        <dgm:presLayoutVars>
          <dgm:chMax val="0"/>
          <dgm:chPref val="0"/>
        </dgm:presLayoutVars>
      </dgm:prSet>
      <dgm:spPr/>
    </dgm:pt>
    <dgm:pt modelId="{6BF268E2-0BFC-4746-BE00-2932131E53D9}" type="pres">
      <dgm:prSet presAssocID="{5492B4BA-70D8-419A-A91B-D1167475251D}" presName="sibTrans" presStyleCnt="0"/>
      <dgm:spPr/>
    </dgm:pt>
    <dgm:pt modelId="{6530181D-CE5A-4EAA-B5AE-FE3CC52FA2B5}" type="pres">
      <dgm:prSet presAssocID="{C3395636-796B-4FD3-ACCE-0D1F9A06A399}" presName="compNode" presStyleCnt="0"/>
      <dgm:spPr/>
    </dgm:pt>
    <dgm:pt modelId="{1E88DE08-D15D-42F6-9C95-D8E4FF444F2C}" type="pres">
      <dgm:prSet presAssocID="{C3395636-796B-4FD3-ACCE-0D1F9A06A399}" presName="bgRect" presStyleLbl="bgShp" presStyleIdx="1" presStyleCnt="4"/>
      <dgm:spPr/>
    </dgm:pt>
    <dgm:pt modelId="{8D71A001-FC39-40B5-87C6-266434685C1D}" type="pres">
      <dgm:prSet presAssocID="{C3395636-796B-4FD3-ACCE-0D1F9A06A39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7039595-DDAE-45E5-B69A-8D86D7183C7E}" type="pres">
      <dgm:prSet presAssocID="{C3395636-796B-4FD3-ACCE-0D1F9A06A399}" presName="spaceRect" presStyleCnt="0"/>
      <dgm:spPr/>
    </dgm:pt>
    <dgm:pt modelId="{C6D26370-8D51-43DF-8422-A7054231ADB5}" type="pres">
      <dgm:prSet presAssocID="{C3395636-796B-4FD3-ACCE-0D1F9A06A399}" presName="parTx" presStyleLbl="revTx" presStyleIdx="1" presStyleCnt="4">
        <dgm:presLayoutVars>
          <dgm:chMax val="0"/>
          <dgm:chPref val="0"/>
        </dgm:presLayoutVars>
      </dgm:prSet>
      <dgm:spPr/>
    </dgm:pt>
    <dgm:pt modelId="{79D8924D-29BF-4E19-A0A5-9E0F7D2AE2A2}" type="pres">
      <dgm:prSet presAssocID="{0DAA02C7-7CD7-4B22-9673-A9F81C237B24}" presName="sibTrans" presStyleCnt="0"/>
      <dgm:spPr/>
    </dgm:pt>
    <dgm:pt modelId="{CC4EAAAC-00FF-4946-B28C-7FBF2402A2C5}" type="pres">
      <dgm:prSet presAssocID="{2A7634A3-4589-471D-AA2C-94F58083569C}" presName="compNode" presStyleCnt="0"/>
      <dgm:spPr/>
    </dgm:pt>
    <dgm:pt modelId="{BD49E139-8E01-4298-83DA-144602DCD3CC}" type="pres">
      <dgm:prSet presAssocID="{2A7634A3-4589-471D-AA2C-94F58083569C}" presName="bgRect" presStyleLbl="bgShp" presStyleIdx="2" presStyleCnt="4"/>
      <dgm:spPr/>
    </dgm:pt>
    <dgm:pt modelId="{C4C9E4DC-C43C-4CD7-B473-E9A0D8C05392}" type="pres">
      <dgm:prSet presAssocID="{2A7634A3-4589-471D-AA2C-94F58083569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3C46A2C-9CB8-4606-9B47-AB2DDB3486B9}" type="pres">
      <dgm:prSet presAssocID="{2A7634A3-4589-471D-AA2C-94F58083569C}" presName="spaceRect" presStyleCnt="0"/>
      <dgm:spPr/>
    </dgm:pt>
    <dgm:pt modelId="{80E2621F-232D-4283-B22E-ED5697CB8AD6}" type="pres">
      <dgm:prSet presAssocID="{2A7634A3-4589-471D-AA2C-94F58083569C}" presName="parTx" presStyleLbl="revTx" presStyleIdx="2" presStyleCnt="4">
        <dgm:presLayoutVars>
          <dgm:chMax val="0"/>
          <dgm:chPref val="0"/>
        </dgm:presLayoutVars>
      </dgm:prSet>
      <dgm:spPr/>
    </dgm:pt>
    <dgm:pt modelId="{3E2F66F6-9285-4330-AC25-500EDE10D23F}" type="pres">
      <dgm:prSet presAssocID="{64A38B0B-EDE5-4242-937E-A0E98A1657C0}" presName="sibTrans" presStyleCnt="0"/>
      <dgm:spPr/>
    </dgm:pt>
    <dgm:pt modelId="{49E6102E-9DD0-4C27-973A-C01AE4980A83}" type="pres">
      <dgm:prSet presAssocID="{AC430121-DBA6-4920-8EBE-6B2F13AF3C60}" presName="compNode" presStyleCnt="0"/>
      <dgm:spPr/>
    </dgm:pt>
    <dgm:pt modelId="{B58320A6-A54C-45F5-A055-D3DF7F050FD2}" type="pres">
      <dgm:prSet presAssocID="{AC430121-DBA6-4920-8EBE-6B2F13AF3C60}" presName="bgRect" presStyleLbl="bgShp" presStyleIdx="3" presStyleCnt="4"/>
      <dgm:spPr/>
    </dgm:pt>
    <dgm:pt modelId="{37D35FC5-FFF0-41B8-96A2-D47652B33EC3}" type="pres">
      <dgm:prSet presAssocID="{AC430121-DBA6-4920-8EBE-6B2F13AF3C6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073FFBB7-89A9-4E60-94F3-DF63A053E836}" type="pres">
      <dgm:prSet presAssocID="{AC430121-DBA6-4920-8EBE-6B2F13AF3C60}" presName="spaceRect" presStyleCnt="0"/>
      <dgm:spPr/>
    </dgm:pt>
    <dgm:pt modelId="{737A49C8-95BD-4432-BC08-7A18D125BF23}" type="pres">
      <dgm:prSet presAssocID="{AC430121-DBA6-4920-8EBE-6B2F13AF3C6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004C00B-870E-4E90-A76D-3278B8B11050}" srcId="{F47AC390-85D4-49BF-9063-4C65D6623337}" destId="{AC430121-DBA6-4920-8EBE-6B2F13AF3C60}" srcOrd="3" destOrd="0" parTransId="{1006A603-E84F-45F9-81D6-64913442BBD9}" sibTransId="{E94FE7FC-F721-40B1-A8BE-6006AC85BFA9}"/>
    <dgm:cxn modelId="{59EC8870-01FE-47F5-89E3-6D4AF8CEEAE6}" type="presOf" srcId="{2A7634A3-4589-471D-AA2C-94F58083569C}" destId="{80E2621F-232D-4283-B22E-ED5697CB8AD6}" srcOrd="0" destOrd="0" presId="urn:microsoft.com/office/officeart/2018/2/layout/IconVerticalSolidList"/>
    <dgm:cxn modelId="{E7CA9B79-E728-44E2-9C1E-C7A5B8F1A3D1}" type="presOf" srcId="{B8575EA9-0D4D-439C-81B9-0A7204FCBD01}" destId="{24301DE4-FB8E-452B-A856-B5A8AC3C1FBC}" srcOrd="0" destOrd="0" presId="urn:microsoft.com/office/officeart/2018/2/layout/IconVerticalSolidList"/>
    <dgm:cxn modelId="{C038EF7A-AD4A-4CAB-9A66-6DBFFE9D2131}" srcId="{F47AC390-85D4-49BF-9063-4C65D6623337}" destId="{2A7634A3-4589-471D-AA2C-94F58083569C}" srcOrd="2" destOrd="0" parTransId="{EEF76B46-5211-41CD-BD5F-05E7139E0182}" sibTransId="{64A38B0B-EDE5-4242-937E-A0E98A1657C0}"/>
    <dgm:cxn modelId="{45F966A2-3E8A-4C96-9813-DE830F6CE734}" type="presOf" srcId="{C3395636-796B-4FD3-ACCE-0D1F9A06A399}" destId="{C6D26370-8D51-43DF-8422-A7054231ADB5}" srcOrd="0" destOrd="0" presId="urn:microsoft.com/office/officeart/2018/2/layout/IconVerticalSolidList"/>
    <dgm:cxn modelId="{64C619A8-9C42-4A92-8DAD-B83C2AF3FFED}" srcId="{F47AC390-85D4-49BF-9063-4C65D6623337}" destId="{C3395636-796B-4FD3-ACCE-0D1F9A06A399}" srcOrd="1" destOrd="0" parTransId="{6F11175F-7474-40CD-B324-04FFB6ED2BED}" sibTransId="{0DAA02C7-7CD7-4B22-9673-A9F81C237B24}"/>
    <dgm:cxn modelId="{526754AE-5BC1-4230-965B-26954600CA81}" srcId="{F47AC390-85D4-49BF-9063-4C65D6623337}" destId="{B8575EA9-0D4D-439C-81B9-0A7204FCBD01}" srcOrd="0" destOrd="0" parTransId="{07802C0F-3F2C-4949-9428-143268151C4E}" sibTransId="{5492B4BA-70D8-419A-A91B-D1167475251D}"/>
    <dgm:cxn modelId="{E1A00ADF-A555-497D-BAD8-E107871F086C}" type="presOf" srcId="{AC430121-DBA6-4920-8EBE-6B2F13AF3C60}" destId="{737A49C8-95BD-4432-BC08-7A18D125BF23}" srcOrd="0" destOrd="0" presId="urn:microsoft.com/office/officeart/2018/2/layout/IconVerticalSolidList"/>
    <dgm:cxn modelId="{A0D743F5-9397-4E28-BCD1-43BEA4C13F6C}" type="presOf" srcId="{F47AC390-85D4-49BF-9063-4C65D6623337}" destId="{EAD314D8-4674-4BE9-B03C-6F9312BFA855}" srcOrd="0" destOrd="0" presId="urn:microsoft.com/office/officeart/2018/2/layout/IconVerticalSolidList"/>
    <dgm:cxn modelId="{E982BCF4-0EF6-4808-B11E-C029233D7798}" type="presParOf" srcId="{EAD314D8-4674-4BE9-B03C-6F9312BFA855}" destId="{4B26C103-DD46-41F9-BACC-CEFEF2435A0A}" srcOrd="0" destOrd="0" presId="urn:microsoft.com/office/officeart/2018/2/layout/IconVerticalSolidList"/>
    <dgm:cxn modelId="{E783549A-C777-41C7-89CC-E7F386861B80}" type="presParOf" srcId="{4B26C103-DD46-41F9-BACC-CEFEF2435A0A}" destId="{4A750E91-8412-46D9-A072-073EB0EF4B19}" srcOrd="0" destOrd="0" presId="urn:microsoft.com/office/officeart/2018/2/layout/IconVerticalSolidList"/>
    <dgm:cxn modelId="{0EE17645-FD37-4B41-9A27-69A291F4043B}" type="presParOf" srcId="{4B26C103-DD46-41F9-BACC-CEFEF2435A0A}" destId="{7A98881C-E873-4AFC-83ED-BD8BC59F1F46}" srcOrd="1" destOrd="0" presId="urn:microsoft.com/office/officeart/2018/2/layout/IconVerticalSolidList"/>
    <dgm:cxn modelId="{1B10164E-4E17-437C-96AC-D34CCBE716D2}" type="presParOf" srcId="{4B26C103-DD46-41F9-BACC-CEFEF2435A0A}" destId="{D051B8F7-AE57-48A5-A0C5-16EDEF075644}" srcOrd="2" destOrd="0" presId="urn:microsoft.com/office/officeart/2018/2/layout/IconVerticalSolidList"/>
    <dgm:cxn modelId="{4DCFF18B-DC55-4E69-8C75-3C73A276DC24}" type="presParOf" srcId="{4B26C103-DD46-41F9-BACC-CEFEF2435A0A}" destId="{24301DE4-FB8E-452B-A856-B5A8AC3C1FBC}" srcOrd="3" destOrd="0" presId="urn:microsoft.com/office/officeart/2018/2/layout/IconVerticalSolidList"/>
    <dgm:cxn modelId="{B075D7AE-B257-4CEB-A5A0-BF9D2CBD15AF}" type="presParOf" srcId="{EAD314D8-4674-4BE9-B03C-6F9312BFA855}" destId="{6BF268E2-0BFC-4746-BE00-2932131E53D9}" srcOrd="1" destOrd="0" presId="urn:microsoft.com/office/officeart/2018/2/layout/IconVerticalSolidList"/>
    <dgm:cxn modelId="{F746E6D2-99AD-4CF1-86A7-FA2993812599}" type="presParOf" srcId="{EAD314D8-4674-4BE9-B03C-6F9312BFA855}" destId="{6530181D-CE5A-4EAA-B5AE-FE3CC52FA2B5}" srcOrd="2" destOrd="0" presId="urn:microsoft.com/office/officeart/2018/2/layout/IconVerticalSolidList"/>
    <dgm:cxn modelId="{C208DDEE-06D6-4D54-9323-063D10B53C9B}" type="presParOf" srcId="{6530181D-CE5A-4EAA-B5AE-FE3CC52FA2B5}" destId="{1E88DE08-D15D-42F6-9C95-D8E4FF444F2C}" srcOrd="0" destOrd="0" presId="urn:microsoft.com/office/officeart/2018/2/layout/IconVerticalSolidList"/>
    <dgm:cxn modelId="{4E350E42-0B9F-486D-854B-7BC245EA1237}" type="presParOf" srcId="{6530181D-CE5A-4EAA-B5AE-FE3CC52FA2B5}" destId="{8D71A001-FC39-40B5-87C6-266434685C1D}" srcOrd="1" destOrd="0" presId="urn:microsoft.com/office/officeart/2018/2/layout/IconVerticalSolidList"/>
    <dgm:cxn modelId="{C4048DD8-6024-4BA3-BD87-E91A4F99CF31}" type="presParOf" srcId="{6530181D-CE5A-4EAA-B5AE-FE3CC52FA2B5}" destId="{47039595-DDAE-45E5-B69A-8D86D7183C7E}" srcOrd="2" destOrd="0" presId="urn:microsoft.com/office/officeart/2018/2/layout/IconVerticalSolidList"/>
    <dgm:cxn modelId="{40042671-93B6-4E7E-AFAE-268692A7572A}" type="presParOf" srcId="{6530181D-CE5A-4EAA-B5AE-FE3CC52FA2B5}" destId="{C6D26370-8D51-43DF-8422-A7054231ADB5}" srcOrd="3" destOrd="0" presId="urn:microsoft.com/office/officeart/2018/2/layout/IconVerticalSolidList"/>
    <dgm:cxn modelId="{6D576AC6-2988-4285-BC84-7A1D4DDD7803}" type="presParOf" srcId="{EAD314D8-4674-4BE9-B03C-6F9312BFA855}" destId="{79D8924D-29BF-4E19-A0A5-9E0F7D2AE2A2}" srcOrd="3" destOrd="0" presId="urn:microsoft.com/office/officeart/2018/2/layout/IconVerticalSolidList"/>
    <dgm:cxn modelId="{FFB44E73-8C4C-4735-9FB6-2EAD46A087BB}" type="presParOf" srcId="{EAD314D8-4674-4BE9-B03C-6F9312BFA855}" destId="{CC4EAAAC-00FF-4946-B28C-7FBF2402A2C5}" srcOrd="4" destOrd="0" presId="urn:microsoft.com/office/officeart/2018/2/layout/IconVerticalSolidList"/>
    <dgm:cxn modelId="{7F4EFF7C-143E-4306-B948-A1E4C930848A}" type="presParOf" srcId="{CC4EAAAC-00FF-4946-B28C-7FBF2402A2C5}" destId="{BD49E139-8E01-4298-83DA-144602DCD3CC}" srcOrd="0" destOrd="0" presId="urn:microsoft.com/office/officeart/2018/2/layout/IconVerticalSolidList"/>
    <dgm:cxn modelId="{940D2797-1C0B-4CB9-99C5-F8048CE1689E}" type="presParOf" srcId="{CC4EAAAC-00FF-4946-B28C-7FBF2402A2C5}" destId="{C4C9E4DC-C43C-4CD7-B473-E9A0D8C05392}" srcOrd="1" destOrd="0" presId="urn:microsoft.com/office/officeart/2018/2/layout/IconVerticalSolidList"/>
    <dgm:cxn modelId="{6A31D56D-F477-40CD-8F96-BF52B5E73C23}" type="presParOf" srcId="{CC4EAAAC-00FF-4946-B28C-7FBF2402A2C5}" destId="{23C46A2C-9CB8-4606-9B47-AB2DDB3486B9}" srcOrd="2" destOrd="0" presId="urn:microsoft.com/office/officeart/2018/2/layout/IconVerticalSolidList"/>
    <dgm:cxn modelId="{7BD08D65-75C9-4427-A3F7-43F5519B7B5D}" type="presParOf" srcId="{CC4EAAAC-00FF-4946-B28C-7FBF2402A2C5}" destId="{80E2621F-232D-4283-B22E-ED5697CB8AD6}" srcOrd="3" destOrd="0" presId="urn:microsoft.com/office/officeart/2018/2/layout/IconVerticalSolidList"/>
    <dgm:cxn modelId="{FDFDC771-4205-4EA8-9BEB-F821E6D0FF6E}" type="presParOf" srcId="{EAD314D8-4674-4BE9-B03C-6F9312BFA855}" destId="{3E2F66F6-9285-4330-AC25-500EDE10D23F}" srcOrd="5" destOrd="0" presId="urn:microsoft.com/office/officeart/2018/2/layout/IconVerticalSolidList"/>
    <dgm:cxn modelId="{C2CE969A-3A88-4148-A351-B50FAE3AC48E}" type="presParOf" srcId="{EAD314D8-4674-4BE9-B03C-6F9312BFA855}" destId="{49E6102E-9DD0-4C27-973A-C01AE4980A83}" srcOrd="6" destOrd="0" presId="urn:microsoft.com/office/officeart/2018/2/layout/IconVerticalSolidList"/>
    <dgm:cxn modelId="{C837B7C6-DCEC-46E8-9030-88E40ADFACEA}" type="presParOf" srcId="{49E6102E-9DD0-4C27-973A-C01AE4980A83}" destId="{B58320A6-A54C-45F5-A055-D3DF7F050FD2}" srcOrd="0" destOrd="0" presId="urn:microsoft.com/office/officeart/2018/2/layout/IconVerticalSolidList"/>
    <dgm:cxn modelId="{2D47C13E-87A4-47F4-BA61-4A5B99E1861E}" type="presParOf" srcId="{49E6102E-9DD0-4C27-973A-C01AE4980A83}" destId="{37D35FC5-FFF0-41B8-96A2-D47652B33EC3}" srcOrd="1" destOrd="0" presId="urn:microsoft.com/office/officeart/2018/2/layout/IconVerticalSolidList"/>
    <dgm:cxn modelId="{C3B6FBBA-40AC-4382-977F-D2576C980714}" type="presParOf" srcId="{49E6102E-9DD0-4C27-973A-C01AE4980A83}" destId="{073FFBB7-89A9-4E60-94F3-DF63A053E836}" srcOrd="2" destOrd="0" presId="urn:microsoft.com/office/officeart/2018/2/layout/IconVerticalSolidList"/>
    <dgm:cxn modelId="{CD39A515-FB84-4F18-9FF6-F4C084BC770D}" type="presParOf" srcId="{49E6102E-9DD0-4C27-973A-C01AE4980A83}" destId="{737A49C8-95BD-4432-BC08-7A18D125BF2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47AC390-85D4-49BF-9063-4C65D662333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8575EA9-0D4D-439C-81B9-0A7204FCBD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1: Frontend prototype + mock API</a:t>
          </a:r>
        </a:p>
      </dgm:t>
    </dgm:pt>
    <dgm:pt modelId="{07802C0F-3F2C-4949-9428-143268151C4E}" type="parTrans" cxnId="{526754AE-5BC1-4230-965B-26954600CA81}">
      <dgm:prSet/>
      <dgm:spPr/>
      <dgm:t>
        <a:bodyPr/>
        <a:lstStyle/>
        <a:p>
          <a:endParaRPr lang="en-US"/>
        </a:p>
      </dgm:t>
    </dgm:pt>
    <dgm:pt modelId="{5492B4BA-70D8-419A-A91B-D1167475251D}" type="sibTrans" cxnId="{526754AE-5BC1-4230-965B-26954600CA81}">
      <dgm:prSet/>
      <dgm:spPr/>
      <dgm:t>
        <a:bodyPr/>
        <a:lstStyle/>
        <a:p>
          <a:endParaRPr lang="en-US"/>
        </a:p>
      </dgm:t>
    </dgm:pt>
    <dgm:pt modelId="{C3395636-796B-4FD3-ACCE-0D1F9A06A3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2: Real backend + persistence + async jobs</a:t>
          </a:r>
        </a:p>
      </dgm:t>
    </dgm:pt>
    <dgm:pt modelId="{6F11175F-7474-40CD-B324-04FFB6ED2BED}" type="parTrans" cxnId="{64C619A8-9C42-4A92-8DAD-B83C2AF3FFED}">
      <dgm:prSet/>
      <dgm:spPr/>
      <dgm:t>
        <a:bodyPr/>
        <a:lstStyle/>
        <a:p>
          <a:endParaRPr lang="en-US"/>
        </a:p>
      </dgm:t>
    </dgm:pt>
    <dgm:pt modelId="{0DAA02C7-7CD7-4B22-9673-A9F81C237B24}" type="sibTrans" cxnId="{64C619A8-9C42-4A92-8DAD-B83C2AF3FFED}">
      <dgm:prSet/>
      <dgm:spPr/>
      <dgm:t>
        <a:bodyPr/>
        <a:lstStyle/>
        <a:p>
          <a:endParaRPr lang="en-US"/>
        </a:p>
      </dgm:t>
    </dgm:pt>
    <dgm:pt modelId="{2A7634A3-4589-471D-AA2C-94F5808356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3: security hardening + HTTPS + admin auth</a:t>
          </a:r>
        </a:p>
      </dgm:t>
    </dgm:pt>
    <dgm:pt modelId="{EEF76B46-5211-41CD-BD5F-05E7139E0182}" type="parTrans" cxnId="{C038EF7A-AD4A-4CAB-9A66-6DBFFE9D2131}">
      <dgm:prSet/>
      <dgm:spPr/>
      <dgm:t>
        <a:bodyPr/>
        <a:lstStyle/>
        <a:p>
          <a:endParaRPr lang="en-US"/>
        </a:p>
      </dgm:t>
    </dgm:pt>
    <dgm:pt modelId="{64A38B0B-EDE5-4242-937E-A0E98A1657C0}" type="sibTrans" cxnId="{C038EF7A-AD4A-4CAB-9A66-6DBFFE9D2131}">
      <dgm:prSet/>
      <dgm:spPr/>
      <dgm:t>
        <a:bodyPr/>
        <a:lstStyle/>
        <a:p>
          <a:endParaRPr lang="en-US"/>
        </a:p>
      </dgm:t>
    </dgm:pt>
    <dgm:pt modelId="{AC430121-DBA6-4920-8EBE-6B2F13AF3C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4: segmentation + multi-user ownership controls</a:t>
          </a:r>
        </a:p>
      </dgm:t>
    </dgm:pt>
    <dgm:pt modelId="{1006A603-E84F-45F9-81D6-64913442BBD9}" type="parTrans" cxnId="{D004C00B-870E-4E90-A76D-3278B8B11050}">
      <dgm:prSet/>
      <dgm:spPr/>
      <dgm:t>
        <a:bodyPr/>
        <a:lstStyle/>
        <a:p>
          <a:endParaRPr lang="en-US"/>
        </a:p>
      </dgm:t>
    </dgm:pt>
    <dgm:pt modelId="{E94FE7FC-F721-40B1-A8BE-6006AC85BFA9}" type="sibTrans" cxnId="{D004C00B-870E-4E90-A76D-3278B8B11050}">
      <dgm:prSet/>
      <dgm:spPr/>
      <dgm:t>
        <a:bodyPr/>
        <a:lstStyle/>
        <a:p>
          <a:endParaRPr lang="en-US"/>
        </a:p>
      </dgm:t>
    </dgm:pt>
    <dgm:pt modelId="{EAD314D8-4674-4BE9-B03C-6F9312BFA855}" type="pres">
      <dgm:prSet presAssocID="{F47AC390-85D4-49BF-9063-4C65D6623337}" presName="root" presStyleCnt="0">
        <dgm:presLayoutVars>
          <dgm:dir/>
          <dgm:resizeHandles val="exact"/>
        </dgm:presLayoutVars>
      </dgm:prSet>
      <dgm:spPr/>
    </dgm:pt>
    <dgm:pt modelId="{4B26C103-DD46-41F9-BACC-CEFEF2435A0A}" type="pres">
      <dgm:prSet presAssocID="{B8575EA9-0D4D-439C-81B9-0A7204FCBD01}" presName="compNode" presStyleCnt="0"/>
      <dgm:spPr/>
    </dgm:pt>
    <dgm:pt modelId="{4A750E91-8412-46D9-A072-073EB0EF4B19}" type="pres">
      <dgm:prSet presAssocID="{B8575EA9-0D4D-439C-81B9-0A7204FCBD01}" presName="bgRect" presStyleLbl="bgShp" presStyleIdx="0" presStyleCnt="4"/>
      <dgm:spPr/>
    </dgm:pt>
    <dgm:pt modelId="{7A98881C-E873-4AFC-83ED-BD8BC59F1F46}" type="pres">
      <dgm:prSet presAssocID="{B8575EA9-0D4D-439C-81B9-0A7204FCBD0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051B8F7-AE57-48A5-A0C5-16EDEF075644}" type="pres">
      <dgm:prSet presAssocID="{B8575EA9-0D4D-439C-81B9-0A7204FCBD01}" presName="spaceRect" presStyleCnt="0"/>
      <dgm:spPr/>
    </dgm:pt>
    <dgm:pt modelId="{24301DE4-FB8E-452B-A856-B5A8AC3C1FBC}" type="pres">
      <dgm:prSet presAssocID="{B8575EA9-0D4D-439C-81B9-0A7204FCBD01}" presName="parTx" presStyleLbl="revTx" presStyleIdx="0" presStyleCnt="4">
        <dgm:presLayoutVars>
          <dgm:chMax val="0"/>
          <dgm:chPref val="0"/>
        </dgm:presLayoutVars>
      </dgm:prSet>
      <dgm:spPr/>
    </dgm:pt>
    <dgm:pt modelId="{6BF268E2-0BFC-4746-BE00-2932131E53D9}" type="pres">
      <dgm:prSet presAssocID="{5492B4BA-70D8-419A-A91B-D1167475251D}" presName="sibTrans" presStyleCnt="0"/>
      <dgm:spPr/>
    </dgm:pt>
    <dgm:pt modelId="{6530181D-CE5A-4EAA-B5AE-FE3CC52FA2B5}" type="pres">
      <dgm:prSet presAssocID="{C3395636-796B-4FD3-ACCE-0D1F9A06A399}" presName="compNode" presStyleCnt="0"/>
      <dgm:spPr/>
    </dgm:pt>
    <dgm:pt modelId="{1E88DE08-D15D-42F6-9C95-D8E4FF444F2C}" type="pres">
      <dgm:prSet presAssocID="{C3395636-796B-4FD3-ACCE-0D1F9A06A399}" presName="bgRect" presStyleLbl="bgShp" presStyleIdx="1" presStyleCnt="4"/>
      <dgm:spPr/>
    </dgm:pt>
    <dgm:pt modelId="{8D71A001-FC39-40B5-87C6-266434685C1D}" type="pres">
      <dgm:prSet presAssocID="{C3395636-796B-4FD3-ACCE-0D1F9A06A39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7039595-DDAE-45E5-B69A-8D86D7183C7E}" type="pres">
      <dgm:prSet presAssocID="{C3395636-796B-4FD3-ACCE-0D1F9A06A399}" presName="spaceRect" presStyleCnt="0"/>
      <dgm:spPr/>
    </dgm:pt>
    <dgm:pt modelId="{C6D26370-8D51-43DF-8422-A7054231ADB5}" type="pres">
      <dgm:prSet presAssocID="{C3395636-796B-4FD3-ACCE-0D1F9A06A399}" presName="parTx" presStyleLbl="revTx" presStyleIdx="1" presStyleCnt="4">
        <dgm:presLayoutVars>
          <dgm:chMax val="0"/>
          <dgm:chPref val="0"/>
        </dgm:presLayoutVars>
      </dgm:prSet>
      <dgm:spPr/>
    </dgm:pt>
    <dgm:pt modelId="{79D8924D-29BF-4E19-A0A5-9E0F7D2AE2A2}" type="pres">
      <dgm:prSet presAssocID="{0DAA02C7-7CD7-4B22-9673-A9F81C237B24}" presName="sibTrans" presStyleCnt="0"/>
      <dgm:spPr/>
    </dgm:pt>
    <dgm:pt modelId="{CC4EAAAC-00FF-4946-B28C-7FBF2402A2C5}" type="pres">
      <dgm:prSet presAssocID="{2A7634A3-4589-471D-AA2C-94F58083569C}" presName="compNode" presStyleCnt="0"/>
      <dgm:spPr/>
    </dgm:pt>
    <dgm:pt modelId="{BD49E139-8E01-4298-83DA-144602DCD3CC}" type="pres">
      <dgm:prSet presAssocID="{2A7634A3-4589-471D-AA2C-94F58083569C}" presName="bgRect" presStyleLbl="bgShp" presStyleIdx="2" presStyleCnt="4"/>
      <dgm:spPr/>
    </dgm:pt>
    <dgm:pt modelId="{C4C9E4DC-C43C-4CD7-B473-E9A0D8C05392}" type="pres">
      <dgm:prSet presAssocID="{2A7634A3-4589-471D-AA2C-94F58083569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3C46A2C-9CB8-4606-9B47-AB2DDB3486B9}" type="pres">
      <dgm:prSet presAssocID="{2A7634A3-4589-471D-AA2C-94F58083569C}" presName="spaceRect" presStyleCnt="0"/>
      <dgm:spPr/>
    </dgm:pt>
    <dgm:pt modelId="{80E2621F-232D-4283-B22E-ED5697CB8AD6}" type="pres">
      <dgm:prSet presAssocID="{2A7634A3-4589-471D-AA2C-94F58083569C}" presName="parTx" presStyleLbl="revTx" presStyleIdx="2" presStyleCnt="4">
        <dgm:presLayoutVars>
          <dgm:chMax val="0"/>
          <dgm:chPref val="0"/>
        </dgm:presLayoutVars>
      </dgm:prSet>
      <dgm:spPr/>
    </dgm:pt>
    <dgm:pt modelId="{3E2F66F6-9285-4330-AC25-500EDE10D23F}" type="pres">
      <dgm:prSet presAssocID="{64A38B0B-EDE5-4242-937E-A0E98A1657C0}" presName="sibTrans" presStyleCnt="0"/>
      <dgm:spPr/>
    </dgm:pt>
    <dgm:pt modelId="{49E6102E-9DD0-4C27-973A-C01AE4980A83}" type="pres">
      <dgm:prSet presAssocID="{AC430121-DBA6-4920-8EBE-6B2F13AF3C60}" presName="compNode" presStyleCnt="0"/>
      <dgm:spPr/>
    </dgm:pt>
    <dgm:pt modelId="{B58320A6-A54C-45F5-A055-D3DF7F050FD2}" type="pres">
      <dgm:prSet presAssocID="{AC430121-DBA6-4920-8EBE-6B2F13AF3C60}" presName="bgRect" presStyleLbl="bgShp" presStyleIdx="3" presStyleCnt="4"/>
      <dgm:spPr/>
    </dgm:pt>
    <dgm:pt modelId="{37D35FC5-FFF0-41B8-96A2-D47652B33EC3}" type="pres">
      <dgm:prSet presAssocID="{AC430121-DBA6-4920-8EBE-6B2F13AF3C6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073FFBB7-89A9-4E60-94F3-DF63A053E836}" type="pres">
      <dgm:prSet presAssocID="{AC430121-DBA6-4920-8EBE-6B2F13AF3C60}" presName="spaceRect" presStyleCnt="0"/>
      <dgm:spPr/>
    </dgm:pt>
    <dgm:pt modelId="{737A49C8-95BD-4432-BC08-7A18D125BF23}" type="pres">
      <dgm:prSet presAssocID="{AC430121-DBA6-4920-8EBE-6B2F13AF3C6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004C00B-870E-4E90-A76D-3278B8B11050}" srcId="{F47AC390-85D4-49BF-9063-4C65D6623337}" destId="{AC430121-DBA6-4920-8EBE-6B2F13AF3C60}" srcOrd="3" destOrd="0" parTransId="{1006A603-E84F-45F9-81D6-64913442BBD9}" sibTransId="{E94FE7FC-F721-40B1-A8BE-6006AC85BFA9}"/>
    <dgm:cxn modelId="{59EC8870-01FE-47F5-89E3-6D4AF8CEEAE6}" type="presOf" srcId="{2A7634A3-4589-471D-AA2C-94F58083569C}" destId="{80E2621F-232D-4283-B22E-ED5697CB8AD6}" srcOrd="0" destOrd="0" presId="urn:microsoft.com/office/officeart/2018/2/layout/IconVerticalSolidList"/>
    <dgm:cxn modelId="{E7CA9B79-E728-44E2-9C1E-C7A5B8F1A3D1}" type="presOf" srcId="{B8575EA9-0D4D-439C-81B9-0A7204FCBD01}" destId="{24301DE4-FB8E-452B-A856-B5A8AC3C1FBC}" srcOrd="0" destOrd="0" presId="urn:microsoft.com/office/officeart/2018/2/layout/IconVerticalSolidList"/>
    <dgm:cxn modelId="{C038EF7A-AD4A-4CAB-9A66-6DBFFE9D2131}" srcId="{F47AC390-85D4-49BF-9063-4C65D6623337}" destId="{2A7634A3-4589-471D-AA2C-94F58083569C}" srcOrd="2" destOrd="0" parTransId="{EEF76B46-5211-41CD-BD5F-05E7139E0182}" sibTransId="{64A38B0B-EDE5-4242-937E-A0E98A1657C0}"/>
    <dgm:cxn modelId="{45F966A2-3E8A-4C96-9813-DE830F6CE734}" type="presOf" srcId="{C3395636-796B-4FD3-ACCE-0D1F9A06A399}" destId="{C6D26370-8D51-43DF-8422-A7054231ADB5}" srcOrd="0" destOrd="0" presId="urn:microsoft.com/office/officeart/2018/2/layout/IconVerticalSolidList"/>
    <dgm:cxn modelId="{64C619A8-9C42-4A92-8DAD-B83C2AF3FFED}" srcId="{F47AC390-85D4-49BF-9063-4C65D6623337}" destId="{C3395636-796B-4FD3-ACCE-0D1F9A06A399}" srcOrd="1" destOrd="0" parTransId="{6F11175F-7474-40CD-B324-04FFB6ED2BED}" sibTransId="{0DAA02C7-7CD7-4B22-9673-A9F81C237B24}"/>
    <dgm:cxn modelId="{526754AE-5BC1-4230-965B-26954600CA81}" srcId="{F47AC390-85D4-49BF-9063-4C65D6623337}" destId="{B8575EA9-0D4D-439C-81B9-0A7204FCBD01}" srcOrd="0" destOrd="0" parTransId="{07802C0F-3F2C-4949-9428-143268151C4E}" sibTransId="{5492B4BA-70D8-419A-A91B-D1167475251D}"/>
    <dgm:cxn modelId="{E1A00ADF-A555-497D-BAD8-E107871F086C}" type="presOf" srcId="{AC430121-DBA6-4920-8EBE-6B2F13AF3C60}" destId="{737A49C8-95BD-4432-BC08-7A18D125BF23}" srcOrd="0" destOrd="0" presId="urn:microsoft.com/office/officeart/2018/2/layout/IconVerticalSolidList"/>
    <dgm:cxn modelId="{A0D743F5-9397-4E28-BCD1-43BEA4C13F6C}" type="presOf" srcId="{F47AC390-85D4-49BF-9063-4C65D6623337}" destId="{EAD314D8-4674-4BE9-B03C-6F9312BFA855}" srcOrd="0" destOrd="0" presId="urn:microsoft.com/office/officeart/2018/2/layout/IconVerticalSolidList"/>
    <dgm:cxn modelId="{E982BCF4-0EF6-4808-B11E-C029233D7798}" type="presParOf" srcId="{EAD314D8-4674-4BE9-B03C-6F9312BFA855}" destId="{4B26C103-DD46-41F9-BACC-CEFEF2435A0A}" srcOrd="0" destOrd="0" presId="urn:microsoft.com/office/officeart/2018/2/layout/IconVerticalSolidList"/>
    <dgm:cxn modelId="{E783549A-C777-41C7-89CC-E7F386861B80}" type="presParOf" srcId="{4B26C103-DD46-41F9-BACC-CEFEF2435A0A}" destId="{4A750E91-8412-46D9-A072-073EB0EF4B19}" srcOrd="0" destOrd="0" presId="urn:microsoft.com/office/officeart/2018/2/layout/IconVerticalSolidList"/>
    <dgm:cxn modelId="{0EE17645-FD37-4B41-9A27-69A291F4043B}" type="presParOf" srcId="{4B26C103-DD46-41F9-BACC-CEFEF2435A0A}" destId="{7A98881C-E873-4AFC-83ED-BD8BC59F1F46}" srcOrd="1" destOrd="0" presId="urn:microsoft.com/office/officeart/2018/2/layout/IconVerticalSolidList"/>
    <dgm:cxn modelId="{1B10164E-4E17-437C-96AC-D34CCBE716D2}" type="presParOf" srcId="{4B26C103-DD46-41F9-BACC-CEFEF2435A0A}" destId="{D051B8F7-AE57-48A5-A0C5-16EDEF075644}" srcOrd="2" destOrd="0" presId="urn:microsoft.com/office/officeart/2018/2/layout/IconVerticalSolidList"/>
    <dgm:cxn modelId="{4DCFF18B-DC55-4E69-8C75-3C73A276DC24}" type="presParOf" srcId="{4B26C103-DD46-41F9-BACC-CEFEF2435A0A}" destId="{24301DE4-FB8E-452B-A856-B5A8AC3C1FBC}" srcOrd="3" destOrd="0" presId="urn:microsoft.com/office/officeart/2018/2/layout/IconVerticalSolidList"/>
    <dgm:cxn modelId="{B075D7AE-B257-4CEB-A5A0-BF9D2CBD15AF}" type="presParOf" srcId="{EAD314D8-4674-4BE9-B03C-6F9312BFA855}" destId="{6BF268E2-0BFC-4746-BE00-2932131E53D9}" srcOrd="1" destOrd="0" presId="urn:microsoft.com/office/officeart/2018/2/layout/IconVerticalSolidList"/>
    <dgm:cxn modelId="{F746E6D2-99AD-4CF1-86A7-FA2993812599}" type="presParOf" srcId="{EAD314D8-4674-4BE9-B03C-6F9312BFA855}" destId="{6530181D-CE5A-4EAA-B5AE-FE3CC52FA2B5}" srcOrd="2" destOrd="0" presId="urn:microsoft.com/office/officeart/2018/2/layout/IconVerticalSolidList"/>
    <dgm:cxn modelId="{C208DDEE-06D6-4D54-9323-063D10B53C9B}" type="presParOf" srcId="{6530181D-CE5A-4EAA-B5AE-FE3CC52FA2B5}" destId="{1E88DE08-D15D-42F6-9C95-D8E4FF444F2C}" srcOrd="0" destOrd="0" presId="urn:microsoft.com/office/officeart/2018/2/layout/IconVerticalSolidList"/>
    <dgm:cxn modelId="{4E350E42-0B9F-486D-854B-7BC245EA1237}" type="presParOf" srcId="{6530181D-CE5A-4EAA-B5AE-FE3CC52FA2B5}" destId="{8D71A001-FC39-40B5-87C6-266434685C1D}" srcOrd="1" destOrd="0" presId="urn:microsoft.com/office/officeart/2018/2/layout/IconVerticalSolidList"/>
    <dgm:cxn modelId="{C4048DD8-6024-4BA3-BD87-E91A4F99CF31}" type="presParOf" srcId="{6530181D-CE5A-4EAA-B5AE-FE3CC52FA2B5}" destId="{47039595-DDAE-45E5-B69A-8D86D7183C7E}" srcOrd="2" destOrd="0" presId="urn:microsoft.com/office/officeart/2018/2/layout/IconVerticalSolidList"/>
    <dgm:cxn modelId="{40042671-93B6-4E7E-AFAE-268692A7572A}" type="presParOf" srcId="{6530181D-CE5A-4EAA-B5AE-FE3CC52FA2B5}" destId="{C6D26370-8D51-43DF-8422-A7054231ADB5}" srcOrd="3" destOrd="0" presId="urn:microsoft.com/office/officeart/2018/2/layout/IconVerticalSolidList"/>
    <dgm:cxn modelId="{6D576AC6-2988-4285-BC84-7A1D4DDD7803}" type="presParOf" srcId="{EAD314D8-4674-4BE9-B03C-6F9312BFA855}" destId="{79D8924D-29BF-4E19-A0A5-9E0F7D2AE2A2}" srcOrd="3" destOrd="0" presId="urn:microsoft.com/office/officeart/2018/2/layout/IconVerticalSolidList"/>
    <dgm:cxn modelId="{FFB44E73-8C4C-4735-9FB6-2EAD46A087BB}" type="presParOf" srcId="{EAD314D8-4674-4BE9-B03C-6F9312BFA855}" destId="{CC4EAAAC-00FF-4946-B28C-7FBF2402A2C5}" srcOrd="4" destOrd="0" presId="urn:microsoft.com/office/officeart/2018/2/layout/IconVerticalSolidList"/>
    <dgm:cxn modelId="{7F4EFF7C-143E-4306-B948-A1E4C930848A}" type="presParOf" srcId="{CC4EAAAC-00FF-4946-B28C-7FBF2402A2C5}" destId="{BD49E139-8E01-4298-83DA-144602DCD3CC}" srcOrd="0" destOrd="0" presId="urn:microsoft.com/office/officeart/2018/2/layout/IconVerticalSolidList"/>
    <dgm:cxn modelId="{940D2797-1C0B-4CB9-99C5-F8048CE1689E}" type="presParOf" srcId="{CC4EAAAC-00FF-4946-B28C-7FBF2402A2C5}" destId="{C4C9E4DC-C43C-4CD7-B473-E9A0D8C05392}" srcOrd="1" destOrd="0" presId="urn:microsoft.com/office/officeart/2018/2/layout/IconVerticalSolidList"/>
    <dgm:cxn modelId="{6A31D56D-F477-40CD-8F96-BF52B5E73C23}" type="presParOf" srcId="{CC4EAAAC-00FF-4946-B28C-7FBF2402A2C5}" destId="{23C46A2C-9CB8-4606-9B47-AB2DDB3486B9}" srcOrd="2" destOrd="0" presId="urn:microsoft.com/office/officeart/2018/2/layout/IconVerticalSolidList"/>
    <dgm:cxn modelId="{7BD08D65-75C9-4427-A3F7-43F5519B7B5D}" type="presParOf" srcId="{CC4EAAAC-00FF-4946-B28C-7FBF2402A2C5}" destId="{80E2621F-232D-4283-B22E-ED5697CB8AD6}" srcOrd="3" destOrd="0" presId="urn:microsoft.com/office/officeart/2018/2/layout/IconVerticalSolidList"/>
    <dgm:cxn modelId="{FDFDC771-4205-4EA8-9BEB-F821E6D0FF6E}" type="presParOf" srcId="{EAD314D8-4674-4BE9-B03C-6F9312BFA855}" destId="{3E2F66F6-9285-4330-AC25-500EDE10D23F}" srcOrd="5" destOrd="0" presId="urn:microsoft.com/office/officeart/2018/2/layout/IconVerticalSolidList"/>
    <dgm:cxn modelId="{C2CE969A-3A88-4148-A351-B50FAE3AC48E}" type="presParOf" srcId="{EAD314D8-4674-4BE9-B03C-6F9312BFA855}" destId="{49E6102E-9DD0-4C27-973A-C01AE4980A83}" srcOrd="6" destOrd="0" presId="urn:microsoft.com/office/officeart/2018/2/layout/IconVerticalSolidList"/>
    <dgm:cxn modelId="{C837B7C6-DCEC-46E8-9030-88E40ADFACEA}" type="presParOf" srcId="{49E6102E-9DD0-4C27-973A-C01AE4980A83}" destId="{B58320A6-A54C-45F5-A055-D3DF7F050FD2}" srcOrd="0" destOrd="0" presId="urn:microsoft.com/office/officeart/2018/2/layout/IconVerticalSolidList"/>
    <dgm:cxn modelId="{2D47C13E-87A4-47F4-BA61-4A5B99E1861E}" type="presParOf" srcId="{49E6102E-9DD0-4C27-973A-C01AE4980A83}" destId="{37D35FC5-FFF0-41B8-96A2-D47652B33EC3}" srcOrd="1" destOrd="0" presId="urn:microsoft.com/office/officeart/2018/2/layout/IconVerticalSolidList"/>
    <dgm:cxn modelId="{C3B6FBBA-40AC-4382-977F-D2576C980714}" type="presParOf" srcId="{49E6102E-9DD0-4C27-973A-C01AE4980A83}" destId="{073FFBB7-89A9-4E60-94F3-DF63A053E836}" srcOrd="2" destOrd="0" presId="urn:microsoft.com/office/officeart/2018/2/layout/IconVerticalSolidList"/>
    <dgm:cxn modelId="{CD39A515-FB84-4F18-9FF6-F4C084BC770D}" type="presParOf" srcId="{49E6102E-9DD0-4C27-973A-C01AE4980A83}" destId="{737A49C8-95BD-4432-BC08-7A18D125BF2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47AC390-85D4-49BF-9063-4C65D662333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8575EA9-0D4D-439C-81B9-0A7204FCBD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1: Frontend prototype + mock API</a:t>
          </a:r>
        </a:p>
      </dgm:t>
    </dgm:pt>
    <dgm:pt modelId="{07802C0F-3F2C-4949-9428-143268151C4E}" type="parTrans" cxnId="{526754AE-5BC1-4230-965B-26954600CA81}">
      <dgm:prSet/>
      <dgm:spPr/>
      <dgm:t>
        <a:bodyPr/>
        <a:lstStyle/>
        <a:p>
          <a:endParaRPr lang="en-US"/>
        </a:p>
      </dgm:t>
    </dgm:pt>
    <dgm:pt modelId="{5492B4BA-70D8-419A-A91B-D1167475251D}" type="sibTrans" cxnId="{526754AE-5BC1-4230-965B-26954600CA81}">
      <dgm:prSet/>
      <dgm:spPr/>
      <dgm:t>
        <a:bodyPr/>
        <a:lstStyle/>
        <a:p>
          <a:endParaRPr lang="en-US"/>
        </a:p>
      </dgm:t>
    </dgm:pt>
    <dgm:pt modelId="{C3395636-796B-4FD3-ACCE-0D1F9A06A3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2: Real backend + persistence + async jobs</a:t>
          </a:r>
        </a:p>
      </dgm:t>
    </dgm:pt>
    <dgm:pt modelId="{6F11175F-7474-40CD-B324-04FFB6ED2BED}" type="parTrans" cxnId="{64C619A8-9C42-4A92-8DAD-B83C2AF3FFED}">
      <dgm:prSet/>
      <dgm:spPr/>
      <dgm:t>
        <a:bodyPr/>
        <a:lstStyle/>
        <a:p>
          <a:endParaRPr lang="en-US"/>
        </a:p>
      </dgm:t>
    </dgm:pt>
    <dgm:pt modelId="{0DAA02C7-7CD7-4B22-9673-A9F81C237B24}" type="sibTrans" cxnId="{64C619A8-9C42-4A92-8DAD-B83C2AF3FFED}">
      <dgm:prSet/>
      <dgm:spPr/>
      <dgm:t>
        <a:bodyPr/>
        <a:lstStyle/>
        <a:p>
          <a:endParaRPr lang="en-US"/>
        </a:p>
      </dgm:t>
    </dgm:pt>
    <dgm:pt modelId="{2A7634A3-4589-471D-AA2C-94F5808356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3: security hardening + HTTPS + admin auth</a:t>
          </a:r>
        </a:p>
      </dgm:t>
    </dgm:pt>
    <dgm:pt modelId="{EEF76B46-5211-41CD-BD5F-05E7139E0182}" type="parTrans" cxnId="{C038EF7A-AD4A-4CAB-9A66-6DBFFE9D2131}">
      <dgm:prSet/>
      <dgm:spPr/>
      <dgm:t>
        <a:bodyPr/>
        <a:lstStyle/>
        <a:p>
          <a:endParaRPr lang="en-US"/>
        </a:p>
      </dgm:t>
    </dgm:pt>
    <dgm:pt modelId="{64A38B0B-EDE5-4242-937E-A0E98A1657C0}" type="sibTrans" cxnId="{C038EF7A-AD4A-4CAB-9A66-6DBFFE9D2131}">
      <dgm:prSet/>
      <dgm:spPr/>
      <dgm:t>
        <a:bodyPr/>
        <a:lstStyle/>
        <a:p>
          <a:endParaRPr lang="en-US"/>
        </a:p>
      </dgm:t>
    </dgm:pt>
    <dgm:pt modelId="{AC430121-DBA6-4920-8EBE-6B2F13AF3C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4: segmentation + multi-user ownership controls</a:t>
          </a:r>
        </a:p>
      </dgm:t>
    </dgm:pt>
    <dgm:pt modelId="{1006A603-E84F-45F9-81D6-64913442BBD9}" type="parTrans" cxnId="{D004C00B-870E-4E90-A76D-3278B8B11050}">
      <dgm:prSet/>
      <dgm:spPr/>
      <dgm:t>
        <a:bodyPr/>
        <a:lstStyle/>
        <a:p>
          <a:endParaRPr lang="en-US"/>
        </a:p>
      </dgm:t>
    </dgm:pt>
    <dgm:pt modelId="{E94FE7FC-F721-40B1-A8BE-6006AC85BFA9}" type="sibTrans" cxnId="{D004C00B-870E-4E90-A76D-3278B8B11050}">
      <dgm:prSet/>
      <dgm:spPr/>
      <dgm:t>
        <a:bodyPr/>
        <a:lstStyle/>
        <a:p>
          <a:endParaRPr lang="en-US"/>
        </a:p>
      </dgm:t>
    </dgm:pt>
    <dgm:pt modelId="{EAD314D8-4674-4BE9-B03C-6F9312BFA855}" type="pres">
      <dgm:prSet presAssocID="{F47AC390-85D4-49BF-9063-4C65D6623337}" presName="root" presStyleCnt="0">
        <dgm:presLayoutVars>
          <dgm:dir/>
          <dgm:resizeHandles val="exact"/>
        </dgm:presLayoutVars>
      </dgm:prSet>
      <dgm:spPr/>
    </dgm:pt>
    <dgm:pt modelId="{4B26C103-DD46-41F9-BACC-CEFEF2435A0A}" type="pres">
      <dgm:prSet presAssocID="{B8575EA9-0D4D-439C-81B9-0A7204FCBD01}" presName="compNode" presStyleCnt="0"/>
      <dgm:spPr/>
    </dgm:pt>
    <dgm:pt modelId="{4A750E91-8412-46D9-A072-073EB0EF4B19}" type="pres">
      <dgm:prSet presAssocID="{B8575EA9-0D4D-439C-81B9-0A7204FCBD01}" presName="bgRect" presStyleLbl="bgShp" presStyleIdx="0" presStyleCnt="4"/>
      <dgm:spPr/>
    </dgm:pt>
    <dgm:pt modelId="{7A98881C-E873-4AFC-83ED-BD8BC59F1F46}" type="pres">
      <dgm:prSet presAssocID="{B8575EA9-0D4D-439C-81B9-0A7204FCBD0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051B8F7-AE57-48A5-A0C5-16EDEF075644}" type="pres">
      <dgm:prSet presAssocID="{B8575EA9-0D4D-439C-81B9-0A7204FCBD01}" presName="spaceRect" presStyleCnt="0"/>
      <dgm:spPr/>
    </dgm:pt>
    <dgm:pt modelId="{24301DE4-FB8E-452B-A856-B5A8AC3C1FBC}" type="pres">
      <dgm:prSet presAssocID="{B8575EA9-0D4D-439C-81B9-0A7204FCBD01}" presName="parTx" presStyleLbl="revTx" presStyleIdx="0" presStyleCnt="4">
        <dgm:presLayoutVars>
          <dgm:chMax val="0"/>
          <dgm:chPref val="0"/>
        </dgm:presLayoutVars>
      </dgm:prSet>
      <dgm:spPr/>
    </dgm:pt>
    <dgm:pt modelId="{6BF268E2-0BFC-4746-BE00-2932131E53D9}" type="pres">
      <dgm:prSet presAssocID="{5492B4BA-70D8-419A-A91B-D1167475251D}" presName="sibTrans" presStyleCnt="0"/>
      <dgm:spPr/>
    </dgm:pt>
    <dgm:pt modelId="{6530181D-CE5A-4EAA-B5AE-FE3CC52FA2B5}" type="pres">
      <dgm:prSet presAssocID="{C3395636-796B-4FD3-ACCE-0D1F9A06A399}" presName="compNode" presStyleCnt="0"/>
      <dgm:spPr/>
    </dgm:pt>
    <dgm:pt modelId="{1E88DE08-D15D-42F6-9C95-D8E4FF444F2C}" type="pres">
      <dgm:prSet presAssocID="{C3395636-796B-4FD3-ACCE-0D1F9A06A399}" presName="bgRect" presStyleLbl="bgShp" presStyleIdx="1" presStyleCnt="4"/>
      <dgm:spPr/>
    </dgm:pt>
    <dgm:pt modelId="{8D71A001-FC39-40B5-87C6-266434685C1D}" type="pres">
      <dgm:prSet presAssocID="{C3395636-796B-4FD3-ACCE-0D1F9A06A39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7039595-DDAE-45E5-B69A-8D86D7183C7E}" type="pres">
      <dgm:prSet presAssocID="{C3395636-796B-4FD3-ACCE-0D1F9A06A399}" presName="spaceRect" presStyleCnt="0"/>
      <dgm:spPr/>
    </dgm:pt>
    <dgm:pt modelId="{C6D26370-8D51-43DF-8422-A7054231ADB5}" type="pres">
      <dgm:prSet presAssocID="{C3395636-796B-4FD3-ACCE-0D1F9A06A399}" presName="parTx" presStyleLbl="revTx" presStyleIdx="1" presStyleCnt="4">
        <dgm:presLayoutVars>
          <dgm:chMax val="0"/>
          <dgm:chPref val="0"/>
        </dgm:presLayoutVars>
      </dgm:prSet>
      <dgm:spPr/>
    </dgm:pt>
    <dgm:pt modelId="{79D8924D-29BF-4E19-A0A5-9E0F7D2AE2A2}" type="pres">
      <dgm:prSet presAssocID="{0DAA02C7-7CD7-4B22-9673-A9F81C237B24}" presName="sibTrans" presStyleCnt="0"/>
      <dgm:spPr/>
    </dgm:pt>
    <dgm:pt modelId="{CC4EAAAC-00FF-4946-B28C-7FBF2402A2C5}" type="pres">
      <dgm:prSet presAssocID="{2A7634A3-4589-471D-AA2C-94F58083569C}" presName="compNode" presStyleCnt="0"/>
      <dgm:spPr/>
    </dgm:pt>
    <dgm:pt modelId="{BD49E139-8E01-4298-83DA-144602DCD3CC}" type="pres">
      <dgm:prSet presAssocID="{2A7634A3-4589-471D-AA2C-94F58083569C}" presName="bgRect" presStyleLbl="bgShp" presStyleIdx="2" presStyleCnt="4"/>
      <dgm:spPr/>
    </dgm:pt>
    <dgm:pt modelId="{C4C9E4DC-C43C-4CD7-B473-E9A0D8C05392}" type="pres">
      <dgm:prSet presAssocID="{2A7634A3-4589-471D-AA2C-94F58083569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3C46A2C-9CB8-4606-9B47-AB2DDB3486B9}" type="pres">
      <dgm:prSet presAssocID="{2A7634A3-4589-471D-AA2C-94F58083569C}" presName="spaceRect" presStyleCnt="0"/>
      <dgm:spPr/>
    </dgm:pt>
    <dgm:pt modelId="{80E2621F-232D-4283-B22E-ED5697CB8AD6}" type="pres">
      <dgm:prSet presAssocID="{2A7634A3-4589-471D-AA2C-94F58083569C}" presName="parTx" presStyleLbl="revTx" presStyleIdx="2" presStyleCnt="4">
        <dgm:presLayoutVars>
          <dgm:chMax val="0"/>
          <dgm:chPref val="0"/>
        </dgm:presLayoutVars>
      </dgm:prSet>
      <dgm:spPr/>
    </dgm:pt>
    <dgm:pt modelId="{3E2F66F6-9285-4330-AC25-500EDE10D23F}" type="pres">
      <dgm:prSet presAssocID="{64A38B0B-EDE5-4242-937E-A0E98A1657C0}" presName="sibTrans" presStyleCnt="0"/>
      <dgm:spPr/>
    </dgm:pt>
    <dgm:pt modelId="{49E6102E-9DD0-4C27-973A-C01AE4980A83}" type="pres">
      <dgm:prSet presAssocID="{AC430121-DBA6-4920-8EBE-6B2F13AF3C60}" presName="compNode" presStyleCnt="0"/>
      <dgm:spPr/>
    </dgm:pt>
    <dgm:pt modelId="{B58320A6-A54C-45F5-A055-D3DF7F050FD2}" type="pres">
      <dgm:prSet presAssocID="{AC430121-DBA6-4920-8EBE-6B2F13AF3C60}" presName="bgRect" presStyleLbl="bgShp" presStyleIdx="3" presStyleCnt="4"/>
      <dgm:spPr/>
    </dgm:pt>
    <dgm:pt modelId="{37D35FC5-FFF0-41B8-96A2-D47652B33EC3}" type="pres">
      <dgm:prSet presAssocID="{AC430121-DBA6-4920-8EBE-6B2F13AF3C6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073FFBB7-89A9-4E60-94F3-DF63A053E836}" type="pres">
      <dgm:prSet presAssocID="{AC430121-DBA6-4920-8EBE-6B2F13AF3C60}" presName="spaceRect" presStyleCnt="0"/>
      <dgm:spPr/>
    </dgm:pt>
    <dgm:pt modelId="{737A49C8-95BD-4432-BC08-7A18D125BF23}" type="pres">
      <dgm:prSet presAssocID="{AC430121-DBA6-4920-8EBE-6B2F13AF3C6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004C00B-870E-4E90-A76D-3278B8B11050}" srcId="{F47AC390-85D4-49BF-9063-4C65D6623337}" destId="{AC430121-DBA6-4920-8EBE-6B2F13AF3C60}" srcOrd="3" destOrd="0" parTransId="{1006A603-E84F-45F9-81D6-64913442BBD9}" sibTransId="{E94FE7FC-F721-40B1-A8BE-6006AC85BFA9}"/>
    <dgm:cxn modelId="{59EC8870-01FE-47F5-89E3-6D4AF8CEEAE6}" type="presOf" srcId="{2A7634A3-4589-471D-AA2C-94F58083569C}" destId="{80E2621F-232D-4283-B22E-ED5697CB8AD6}" srcOrd="0" destOrd="0" presId="urn:microsoft.com/office/officeart/2018/2/layout/IconVerticalSolidList"/>
    <dgm:cxn modelId="{E7CA9B79-E728-44E2-9C1E-C7A5B8F1A3D1}" type="presOf" srcId="{B8575EA9-0D4D-439C-81B9-0A7204FCBD01}" destId="{24301DE4-FB8E-452B-A856-B5A8AC3C1FBC}" srcOrd="0" destOrd="0" presId="urn:microsoft.com/office/officeart/2018/2/layout/IconVerticalSolidList"/>
    <dgm:cxn modelId="{C038EF7A-AD4A-4CAB-9A66-6DBFFE9D2131}" srcId="{F47AC390-85D4-49BF-9063-4C65D6623337}" destId="{2A7634A3-4589-471D-AA2C-94F58083569C}" srcOrd="2" destOrd="0" parTransId="{EEF76B46-5211-41CD-BD5F-05E7139E0182}" sibTransId="{64A38B0B-EDE5-4242-937E-A0E98A1657C0}"/>
    <dgm:cxn modelId="{45F966A2-3E8A-4C96-9813-DE830F6CE734}" type="presOf" srcId="{C3395636-796B-4FD3-ACCE-0D1F9A06A399}" destId="{C6D26370-8D51-43DF-8422-A7054231ADB5}" srcOrd="0" destOrd="0" presId="urn:microsoft.com/office/officeart/2018/2/layout/IconVerticalSolidList"/>
    <dgm:cxn modelId="{64C619A8-9C42-4A92-8DAD-B83C2AF3FFED}" srcId="{F47AC390-85D4-49BF-9063-4C65D6623337}" destId="{C3395636-796B-4FD3-ACCE-0D1F9A06A399}" srcOrd="1" destOrd="0" parTransId="{6F11175F-7474-40CD-B324-04FFB6ED2BED}" sibTransId="{0DAA02C7-7CD7-4B22-9673-A9F81C237B24}"/>
    <dgm:cxn modelId="{526754AE-5BC1-4230-965B-26954600CA81}" srcId="{F47AC390-85D4-49BF-9063-4C65D6623337}" destId="{B8575EA9-0D4D-439C-81B9-0A7204FCBD01}" srcOrd="0" destOrd="0" parTransId="{07802C0F-3F2C-4949-9428-143268151C4E}" sibTransId="{5492B4BA-70D8-419A-A91B-D1167475251D}"/>
    <dgm:cxn modelId="{E1A00ADF-A555-497D-BAD8-E107871F086C}" type="presOf" srcId="{AC430121-DBA6-4920-8EBE-6B2F13AF3C60}" destId="{737A49C8-95BD-4432-BC08-7A18D125BF23}" srcOrd="0" destOrd="0" presId="urn:microsoft.com/office/officeart/2018/2/layout/IconVerticalSolidList"/>
    <dgm:cxn modelId="{A0D743F5-9397-4E28-BCD1-43BEA4C13F6C}" type="presOf" srcId="{F47AC390-85D4-49BF-9063-4C65D6623337}" destId="{EAD314D8-4674-4BE9-B03C-6F9312BFA855}" srcOrd="0" destOrd="0" presId="urn:microsoft.com/office/officeart/2018/2/layout/IconVerticalSolidList"/>
    <dgm:cxn modelId="{E982BCF4-0EF6-4808-B11E-C029233D7798}" type="presParOf" srcId="{EAD314D8-4674-4BE9-B03C-6F9312BFA855}" destId="{4B26C103-DD46-41F9-BACC-CEFEF2435A0A}" srcOrd="0" destOrd="0" presId="urn:microsoft.com/office/officeart/2018/2/layout/IconVerticalSolidList"/>
    <dgm:cxn modelId="{E783549A-C777-41C7-89CC-E7F386861B80}" type="presParOf" srcId="{4B26C103-DD46-41F9-BACC-CEFEF2435A0A}" destId="{4A750E91-8412-46D9-A072-073EB0EF4B19}" srcOrd="0" destOrd="0" presId="urn:microsoft.com/office/officeart/2018/2/layout/IconVerticalSolidList"/>
    <dgm:cxn modelId="{0EE17645-FD37-4B41-9A27-69A291F4043B}" type="presParOf" srcId="{4B26C103-DD46-41F9-BACC-CEFEF2435A0A}" destId="{7A98881C-E873-4AFC-83ED-BD8BC59F1F46}" srcOrd="1" destOrd="0" presId="urn:microsoft.com/office/officeart/2018/2/layout/IconVerticalSolidList"/>
    <dgm:cxn modelId="{1B10164E-4E17-437C-96AC-D34CCBE716D2}" type="presParOf" srcId="{4B26C103-DD46-41F9-BACC-CEFEF2435A0A}" destId="{D051B8F7-AE57-48A5-A0C5-16EDEF075644}" srcOrd="2" destOrd="0" presId="urn:microsoft.com/office/officeart/2018/2/layout/IconVerticalSolidList"/>
    <dgm:cxn modelId="{4DCFF18B-DC55-4E69-8C75-3C73A276DC24}" type="presParOf" srcId="{4B26C103-DD46-41F9-BACC-CEFEF2435A0A}" destId="{24301DE4-FB8E-452B-A856-B5A8AC3C1FBC}" srcOrd="3" destOrd="0" presId="urn:microsoft.com/office/officeart/2018/2/layout/IconVerticalSolidList"/>
    <dgm:cxn modelId="{B075D7AE-B257-4CEB-A5A0-BF9D2CBD15AF}" type="presParOf" srcId="{EAD314D8-4674-4BE9-B03C-6F9312BFA855}" destId="{6BF268E2-0BFC-4746-BE00-2932131E53D9}" srcOrd="1" destOrd="0" presId="urn:microsoft.com/office/officeart/2018/2/layout/IconVerticalSolidList"/>
    <dgm:cxn modelId="{F746E6D2-99AD-4CF1-86A7-FA2993812599}" type="presParOf" srcId="{EAD314D8-4674-4BE9-B03C-6F9312BFA855}" destId="{6530181D-CE5A-4EAA-B5AE-FE3CC52FA2B5}" srcOrd="2" destOrd="0" presId="urn:microsoft.com/office/officeart/2018/2/layout/IconVerticalSolidList"/>
    <dgm:cxn modelId="{C208DDEE-06D6-4D54-9323-063D10B53C9B}" type="presParOf" srcId="{6530181D-CE5A-4EAA-B5AE-FE3CC52FA2B5}" destId="{1E88DE08-D15D-42F6-9C95-D8E4FF444F2C}" srcOrd="0" destOrd="0" presId="urn:microsoft.com/office/officeart/2018/2/layout/IconVerticalSolidList"/>
    <dgm:cxn modelId="{4E350E42-0B9F-486D-854B-7BC245EA1237}" type="presParOf" srcId="{6530181D-CE5A-4EAA-B5AE-FE3CC52FA2B5}" destId="{8D71A001-FC39-40B5-87C6-266434685C1D}" srcOrd="1" destOrd="0" presId="urn:microsoft.com/office/officeart/2018/2/layout/IconVerticalSolidList"/>
    <dgm:cxn modelId="{C4048DD8-6024-4BA3-BD87-E91A4F99CF31}" type="presParOf" srcId="{6530181D-CE5A-4EAA-B5AE-FE3CC52FA2B5}" destId="{47039595-DDAE-45E5-B69A-8D86D7183C7E}" srcOrd="2" destOrd="0" presId="urn:microsoft.com/office/officeart/2018/2/layout/IconVerticalSolidList"/>
    <dgm:cxn modelId="{40042671-93B6-4E7E-AFAE-268692A7572A}" type="presParOf" srcId="{6530181D-CE5A-4EAA-B5AE-FE3CC52FA2B5}" destId="{C6D26370-8D51-43DF-8422-A7054231ADB5}" srcOrd="3" destOrd="0" presId="urn:microsoft.com/office/officeart/2018/2/layout/IconVerticalSolidList"/>
    <dgm:cxn modelId="{6D576AC6-2988-4285-BC84-7A1D4DDD7803}" type="presParOf" srcId="{EAD314D8-4674-4BE9-B03C-6F9312BFA855}" destId="{79D8924D-29BF-4E19-A0A5-9E0F7D2AE2A2}" srcOrd="3" destOrd="0" presId="urn:microsoft.com/office/officeart/2018/2/layout/IconVerticalSolidList"/>
    <dgm:cxn modelId="{FFB44E73-8C4C-4735-9FB6-2EAD46A087BB}" type="presParOf" srcId="{EAD314D8-4674-4BE9-B03C-6F9312BFA855}" destId="{CC4EAAAC-00FF-4946-B28C-7FBF2402A2C5}" srcOrd="4" destOrd="0" presId="urn:microsoft.com/office/officeart/2018/2/layout/IconVerticalSolidList"/>
    <dgm:cxn modelId="{7F4EFF7C-143E-4306-B948-A1E4C930848A}" type="presParOf" srcId="{CC4EAAAC-00FF-4946-B28C-7FBF2402A2C5}" destId="{BD49E139-8E01-4298-83DA-144602DCD3CC}" srcOrd="0" destOrd="0" presId="urn:microsoft.com/office/officeart/2018/2/layout/IconVerticalSolidList"/>
    <dgm:cxn modelId="{940D2797-1C0B-4CB9-99C5-F8048CE1689E}" type="presParOf" srcId="{CC4EAAAC-00FF-4946-B28C-7FBF2402A2C5}" destId="{C4C9E4DC-C43C-4CD7-B473-E9A0D8C05392}" srcOrd="1" destOrd="0" presId="urn:microsoft.com/office/officeart/2018/2/layout/IconVerticalSolidList"/>
    <dgm:cxn modelId="{6A31D56D-F477-40CD-8F96-BF52B5E73C23}" type="presParOf" srcId="{CC4EAAAC-00FF-4946-B28C-7FBF2402A2C5}" destId="{23C46A2C-9CB8-4606-9B47-AB2DDB3486B9}" srcOrd="2" destOrd="0" presId="urn:microsoft.com/office/officeart/2018/2/layout/IconVerticalSolidList"/>
    <dgm:cxn modelId="{7BD08D65-75C9-4427-A3F7-43F5519B7B5D}" type="presParOf" srcId="{CC4EAAAC-00FF-4946-B28C-7FBF2402A2C5}" destId="{80E2621F-232D-4283-B22E-ED5697CB8AD6}" srcOrd="3" destOrd="0" presId="urn:microsoft.com/office/officeart/2018/2/layout/IconVerticalSolidList"/>
    <dgm:cxn modelId="{FDFDC771-4205-4EA8-9BEB-F821E6D0FF6E}" type="presParOf" srcId="{EAD314D8-4674-4BE9-B03C-6F9312BFA855}" destId="{3E2F66F6-9285-4330-AC25-500EDE10D23F}" srcOrd="5" destOrd="0" presId="urn:microsoft.com/office/officeart/2018/2/layout/IconVerticalSolidList"/>
    <dgm:cxn modelId="{C2CE969A-3A88-4148-A351-B50FAE3AC48E}" type="presParOf" srcId="{EAD314D8-4674-4BE9-B03C-6F9312BFA855}" destId="{49E6102E-9DD0-4C27-973A-C01AE4980A83}" srcOrd="6" destOrd="0" presId="urn:microsoft.com/office/officeart/2018/2/layout/IconVerticalSolidList"/>
    <dgm:cxn modelId="{C837B7C6-DCEC-46E8-9030-88E40ADFACEA}" type="presParOf" srcId="{49E6102E-9DD0-4C27-973A-C01AE4980A83}" destId="{B58320A6-A54C-45F5-A055-D3DF7F050FD2}" srcOrd="0" destOrd="0" presId="urn:microsoft.com/office/officeart/2018/2/layout/IconVerticalSolidList"/>
    <dgm:cxn modelId="{2D47C13E-87A4-47F4-BA61-4A5B99E1861E}" type="presParOf" srcId="{49E6102E-9DD0-4C27-973A-C01AE4980A83}" destId="{37D35FC5-FFF0-41B8-96A2-D47652B33EC3}" srcOrd="1" destOrd="0" presId="urn:microsoft.com/office/officeart/2018/2/layout/IconVerticalSolidList"/>
    <dgm:cxn modelId="{C3B6FBBA-40AC-4382-977F-D2576C980714}" type="presParOf" srcId="{49E6102E-9DD0-4C27-973A-C01AE4980A83}" destId="{073FFBB7-89A9-4E60-94F3-DF63A053E836}" srcOrd="2" destOrd="0" presId="urn:microsoft.com/office/officeart/2018/2/layout/IconVerticalSolidList"/>
    <dgm:cxn modelId="{CD39A515-FB84-4F18-9FF6-F4C084BC770D}" type="presParOf" srcId="{49E6102E-9DD0-4C27-973A-C01AE4980A83}" destId="{737A49C8-95BD-4432-BC08-7A18D125BF2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47AC390-85D4-49BF-9063-4C65D662333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8575EA9-0D4D-439C-81B9-0A7204FCBD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1: Frontend prototype + mock API</a:t>
          </a:r>
        </a:p>
      </dgm:t>
    </dgm:pt>
    <dgm:pt modelId="{07802C0F-3F2C-4949-9428-143268151C4E}" type="parTrans" cxnId="{526754AE-5BC1-4230-965B-26954600CA81}">
      <dgm:prSet/>
      <dgm:spPr/>
      <dgm:t>
        <a:bodyPr/>
        <a:lstStyle/>
        <a:p>
          <a:endParaRPr lang="en-US"/>
        </a:p>
      </dgm:t>
    </dgm:pt>
    <dgm:pt modelId="{5492B4BA-70D8-419A-A91B-D1167475251D}" type="sibTrans" cxnId="{526754AE-5BC1-4230-965B-26954600CA81}">
      <dgm:prSet/>
      <dgm:spPr/>
      <dgm:t>
        <a:bodyPr/>
        <a:lstStyle/>
        <a:p>
          <a:endParaRPr lang="en-US"/>
        </a:p>
      </dgm:t>
    </dgm:pt>
    <dgm:pt modelId="{C3395636-796B-4FD3-ACCE-0D1F9A06A3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2: Real backend + persistence + async jobs</a:t>
          </a:r>
        </a:p>
      </dgm:t>
    </dgm:pt>
    <dgm:pt modelId="{6F11175F-7474-40CD-B324-04FFB6ED2BED}" type="parTrans" cxnId="{64C619A8-9C42-4A92-8DAD-B83C2AF3FFED}">
      <dgm:prSet/>
      <dgm:spPr/>
      <dgm:t>
        <a:bodyPr/>
        <a:lstStyle/>
        <a:p>
          <a:endParaRPr lang="en-US"/>
        </a:p>
      </dgm:t>
    </dgm:pt>
    <dgm:pt modelId="{0DAA02C7-7CD7-4B22-9673-A9F81C237B24}" type="sibTrans" cxnId="{64C619A8-9C42-4A92-8DAD-B83C2AF3FFED}">
      <dgm:prSet/>
      <dgm:spPr/>
      <dgm:t>
        <a:bodyPr/>
        <a:lstStyle/>
        <a:p>
          <a:endParaRPr lang="en-US"/>
        </a:p>
      </dgm:t>
    </dgm:pt>
    <dgm:pt modelId="{2A7634A3-4589-471D-AA2C-94F5808356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3: security hardening + HTTPS + admin auth</a:t>
          </a:r>
        </a:p>
      </dgm:t>
    </dgm:pt>
    <dgm:pt modelId="{EEF76B46-5211-41CD-BD5F-05E7139E0182}" type="parTrans" cxnId="{C038EF7A-AD4A-4CAB-9A66-6DBFFE9D2131}">
      <dgm:prSet/>
      <dgm:spPr/>
      <dgm:t>
        <a:bodyPr/>
        <a:lstStyle/>
        <a:p>
          <a:endParaRPr lang="en-US"/>
        </a:p>
      </dgm:t>
    </dgm:pt>
    <dgm:pt modelId="{64A38B0B-EDE5-4242-937E-A0E98A1657C0}" type="sibTrans" cxnId="{C038EF7A-AD4A-4CAB-9A66-6DBFFE9D2131}">
      <dgm:prSet/>
      <dgm:spPr/>
      <dgm:t>
        <a:bodyPr/>
        <a:lstStyle/>
        <a:p>
          <a:endParaRPr lang="en-US"/>
        </a:p>
      </dgm:t>
    </dgm:pt>
    <dgm:pt modelId="{AC430121-DBA6-4920-8EBE-6B2F13AF3C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4: segmentation + multi-user ownership controls</a:t>
          </a:r>
        </a:p>
      </dgm:t>
    </dgm:pt>
    <dgm:pt modelId="{1006A603-E84F-45F9-81D6-64913442BBD9}" type="parTrans" cxnId="{D004C00B-870E-4E90-A76D-3278B8B11050}">
      <dgm:prSet/>
      <dgm:spPr/>
      <dgm:t>
        <a:bodyPr/>
        <a:lstStyle/>
        <a:p>
          <a:endParaRPr lang="en-US"/>
        </a:p>
      </dgm:t>
    </dgm:pt>
    <dgm:pt modelId="{E94FE7FC-F721-40B1-A8BE-6006AC85BFA9}" type="sibTrans" cxnId="{D004C00B-870E-4E90-A76D-3278B8B11050}">
      <dgm:prSet/>
      <dgm:spPr/>
      <dgm:t>
        <a:bodyPr/>
        <a:lstStyle/>
        <a:p>
          <a:endParaRPr lang="en-US"/>
        </a:p>
      </dgm:t>
    </dgm:pt>
    <dgm:pt modelId="{EAD314D8-4674-4BE9-B03C-6F9312BFA855}" type="pres">
      <dgm:prSet presAssocID="{F47AC390-85D4-49BF-9063-4C65D6623337}" presName="root" presStyleCnt="0">
        <dgm:presLayoutVars>
          <dgm:dir/>
          <dgm:resizeHandles val="exact"/>
        </dgm:presLayoutVars>
      </dgm:prSet>
      <dgm:spPr/>
    </dgm:pt>
    <dgm:pt modelId="{4B26C103-DD46-41F9-BACC-CEFEF2435A0A}" type="pres">
      <dgm:prSet presAssocID="{B8575EA9-0D4D-439C-81B9-0A7204FCBD01}" presName="compNode" presStyleCnt="0"/>
      <dgm:spPr/>
    </dgm:pt>
    <dgm:pt modelId="{4A750E91-8412-46D9-A072-073EB0EF4B19}" type="pres">
      <dgm:prSet presAssocID="{B8575EA9-0D4D-439C-81B9-0A7204FCBD01}" presName="bgRect" presStyleLbl="bgShp" presStyleIdx="0" presStyleCnt="4"/>
      <dgm:spPr/>
    </dgm:pt>
    <dgm:pt modelId="{7A98881C-E873-4AFC-83ED-BD8BC59F1F46}" type="pres">
      <dgm:prSet presAssocID="{B8575EA9-0D4D-439C-81B9-0A7204FCBD0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051B8F7-AE57-48A5-A0C5-16EDEF075644}" type="pres">
      <dgm:prSet presAssocID="{B8575EA9-0D4D-439C-81B9-0A7204FCBD01}" presName="spaceRect" presStyleCnt="0"/>
      <dgm:spPr/>
    </dgm:pt>
    <dgm:pt modelId="{24301DE4-FB8E-452B-A856-B5A8AC3C1FBC}" type="pres">
      <dgm:prSet presAssocID="{B8575EA9-0D4D-439C-81B9-0A7204FCBD01}" presName="parTx" presStyleLbl="revTx" presStyleIdx="0" presStyleCnt="4">
        <dgm:presLayoutVars>
          <dgm:chMax val="0"/>
          <dgm:chPref val="0"/>
        </dgm:presLayoutVars>
      </dgm:prSet>
      <dgm:spPr/>
    </dgm:pt>
    <dgm:pt modelId="{6BF268E2-0BFC-4746-BE00-2932131E53D9}" type="pres">
      <dgm:prSet presAssocID="{5492B4BA-70D8-419A-A91B-D1167475251D}" presName="sibTrans" presStyleCnt="0"/>
      <dgm:spPr/>
    </dgm:pt>
    <dgm:pt modelId="{6530181D-CE5A-4EAA-B5AE-FE3CC52FA2B5}" type="pres">
      <dgm:prSet presAssocID="{C3395636-796B-4FD3-ACCE-0D1F9A06A399}" presName="compNode" presStyleCnt="0"/>
      <dgm:spPr/>
    </dgm:pt>
    <dgm:pt modelId="{1E88DE08-D15D-42F6-9C95-D8E4FF444F2C}" type="pres">
      <dgm:prSet presAssocID="{C3395636-796B-4FD3-ACCE-0D1F9A06A399}" presName="bgRect" presStyleLbl="bgShp" presStyleIdx="1" presStyleCnt="4"/>
      <dgm:spPr/>
    </dgm:pt>
    <dgm:pt modelId="{8D71A001-FC39-40B5-87C6-266434685C1D}" type="pres">
      <dgm:prSet presAssocID="{C3395636-796B-4FD3-ACCE-0D1F9A06A39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7039595-DDAE-45E5-B69A-8D86D7183C7E}" type="pres">
      <dgm:prSet presAssocID="{C3395636-796B-4FD3-ACCE-0D1F9A06A399}" presName="spaceRect" presStyleCnt="0"/>
      <dgm:spPr/>
    </dgm:pt>
    <dgm:pt modelId="{C6D26370-8D51-43DF-8422-A7054231ADB5}" type="pres">
      <dgm:prSet presAssocID="{C3395636-796B-4FD3-ACCE-0D1F9A06A399}" presName="parTx" presStyleLbl="revTx" presStyleIdx="1" presStyleCnt="4">
        <dgm:presLayoutVars>
          <dgm:chMax val="0"/>
          <dgm:chPref val="0"/>
        </dgm:presLayoutVars>
      </dgm:prSet>
      <dgm:spPr/>
    </dgm:pt>
    <dgm:pt modelId="{79D8924D-29BF-4E19-A0A5-9E0F7D2AE2A2}" type="pres">
      <dgm:prSet presAssocID="{0DAA02C7-7CD7-4B22-9673-A9F81C237B24}" presName="sibTrans" presStyleCnt="0"/>
      <dgm:spPr/>
    </dgm:pt>
    <dgm:pt modelId="{CC4EAAAC-00FF-4946-B28C-7FBF2402A2C5}" type="pres">
      <dgm:prSet presAssocID="{2A7634A3-4589-471D-AA2C-94F58083569C}" presName="compNode" presStyleCnt="0"/>
      <dgm:spPr/>
    </dgm:pt>
    <dgm:pt modelId="{BD49E139-8E01-4298-83DA-144602DCD3CC}" type="pres">
      <dgm:prSet presAssocID="{2A7634A3-4589-471D-AA2C-94F58083569C}" presName="bgRect" presStyleLbl="bgShp" presStyleIdx="2" presStyleCnt="4"/>
      <dgm:spPr/>
    </dgm:pt>
    <dgm:pt modelId="{C4C9E4DC-C43C-4CD7-B473-E9A0D8C05392}" type="pres">
      <dgm:prSet presAssocID="{2A7634A3-4589-471D-AA2C-94F58083569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3C46A2C-9CB8-4606-9B47-AB2DDB3486B9}" type="pres">
      <dgm:prSet presAssocID="{2A7634A3-4589-471D-AA2C-94F58083569C}" presName="spaceRect" presStyleCnt="0"/>
      <dgm:spPr/>
    </dgm:pt>
    <dgm:pt modelId="{80E2621F-232D-4283-B22E-ED5697CB8AD6}" type="pres">
      <dgm:prSet presAssocID="{2A7634A3-4589-471D-AA2C-94F58083569C}" presName="parTx" presStyleLbl="revTx" presStyleIdx="2" presStyleCnt="4">
        <dgm:presLayoutVars>
          <dgm:chMax val="0"/>
          <dgm:chPref val="0"/>
        </dgm:presLayoutVars>
      </dgm:prSet>
      <dgm:spPr/>
    </dgm:pt>
    <dgm:pt modelId="{3E2F66F6-9285-4330-AC25-500EDE10D23F}" type="pres">
      <dgm:prSet presAssocID="{64A38B0B-EDE5-4242-937E-A0E98A1657C0}" presName="sibTrans" presStyleCnt="0"/>
      <dgm:spPr/>
    </dgm:pt>
    <dgm:pt modelId="{49E6102E-9DD0-4C27-973A-C01AE4980A83}" type="pres">
      <dgm:prSet presAssocID="{AC430121-DBA6-4920-8EBE-6B2F13AF3C60}" presName="compNode" presStyleCnt="0"/>
      <dgm:spPr/>
    </dgm:pt>
    <dgm:pt modelId="{B58320A6-A54C-45F5-A055-D3DF7F050FD2}" type="pres">
      <dgm:prSet presAssocID="{AC430121-DBA6-4920-8EBE-6B2F13AF3C60}" presName="bgRect" presStyleLbl="bgShp" presStyleIdx="3" presStyleCnt="4"/>
      <dgm:spPr/>
    </dgm:pt>
    <dgm:pt modelId="{37D35FC5-FFF0-41B8-96A2-D47652B33EC3}" type="pres">
      <dgm:prSet presAssocID="{AC430121-DBA6-4920-8EBE-6B2F13AF3C6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073FFBB7-89A9-4E60-94F3-DF63A053E836}" type="pres">
      <dgm:prSet presAssocID="{AC430121-DBA6-4920-8EBE-6B2F13AF3C60}" presName="spaceRect" presStyleCnt="0"/>
      <dgm:spPr/>
    </dgm:pt>
    <dgm:pt modelId="{737A49C8-95BD-4432-BC08-7A18D125BF23}" type="pres">
      <dgm:prSet presAssocID="{AC430121-DBA6-4920-8EBE-6B2F13AF3C6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004C00B-870E-4E90-A76D-3278B8B11050}" srcId="{F47AC390-85D4-49BF-9063-4C65D6623337}" destId="{AC430121-DBA6-4920-8EBE-6B2F13AF3C60}" srcOrd="3" destOrd="0" parTransId="{1006A603-E84F-45F9-81D6-64913442BBD9}" sibTransId="{E94FE7FC-F721-40B1-A8BE-6006AC85BFA9}"/>
    <dgm:cxn modelId="{59EC8870-01FE-47F5-89E3-6D4AF8CEEAE6}" type="presOf" srcId="{2A7634A3-4589-471D-AA2C-94F58083569C}" destId="{80E2621F-232D-4283-B22E-ED5697CB8AD6}" srcOrd="0" destOrd="0" presId="urn:microsoft.com/office/officeart/2018/2/layout/IconVerticalSolidList"/>
    <dgm:cxn modelId="{E7CA9B79-E728-44E2-9C1E-C7A5B8F1A3D1}" type="presOf" srcId="{B8575EA9-0D4D-439C-81B9-0A7204FCBD01}" destId="{24301DE4-FB8E-452B-A856-B5A8AC3C1FBC}" srcOrd="0" destOrd="0" presId="urn:microsoft.com/office/officeart/2018/2/layout/IconVerticalSolidList"/>
    <dgm:cxn modelId="{C038EF7A-AD4A-4CAB-9A66-6DBFFE9D2131}" srcId="{F47AC390-85D4-49BF-9063-4C65D6623337}" destId="{2A7634A3-4589-471D-AA2C-94F58083569C}" srcOrd="2" destOrd="0" parTransId="{EEF76B46-5211-41CD-BD5F-05E7139E0182}" sibTransId="{64A38B0B-EDE5-4242-937E-A0E98A1657C0}"/>
    <dgm:cxn modelId="{45F966A2-3E8A-4C96-9813-DE830F6CE734}" type="presOf" srcId="{C3395636-796B-4FD3-ACCE-0D1F9A06A399}" destId="{C6D26370-8D51-43DF-8422-A7054231ADB5}" srcOrd="0" destOrd="0" presId="urn:microsoft.com/office/officeart/2018/2/layout/IconVerticalSolidList"/>
    <dgm:cxn modelId="{64C619A8-9C42-4A92-8DAD-B83C2AF3FFED}" srcId="{F47AC390-85D4-49BF-9063-4C65D6623337}" destId="{C3395636-796B-4FD3-ACCE-0D1F9A06A399}" srcOrd="1" destOrd="0" parTransId="{6F11175F-7474-40CD-B324-04FFB6ED2BED}" sibTransId="{0DAA02C7-7CD7-4B22-9673-A9F81C237B24}"/>
    <dgm:cxn modelId="{526754AE-5BC1-4230-965B-26954600CA81}" srcId="{F47AC390-85D4-49BF-9063-4C65D6623337}" destId="{B8575EA9-0D4D-439C-81B9-0A7204FCBD01}" srcOrd="0" destOrd="0" parTransId="{07802C0F-3F2C-4949-9428-143268151C4E}" sibTransId="{5492B4BA-70D8-419A-A91B-D1167475251D}"/>
    <dgm:cxn modelId="{E1A00ADF-A555-497D-BAD8-E107871F086C}" type="presOf" srcId="{AC430121-DBA6-4920-8EBE-6B2F13AF3C60}" destId="{737A49C8-95BD-4432-BC08-7A18D125BF23}" srcOrd="0" destOrd="0" presId="urn:microsoft.com/office/officeart/2018/2/layout/IconVerticalSolidList"/>
    <dgm:cxn modelId="{A0D743F5-9397-4E28-BCD1-43BEA4C13F6C}" type="presOf" srcId="{F47AC390-85D4-49BF-9063-4C65D6623337}" destId="{EAD314D8-4674-4BE9-B03C-6F9312BFA855}" srcOrd="0" destOrd="0" presId="urn:microsoft.com/office/officeart/2018/2/layout/IconVerticalSolidList"/>
    <dgm:cxn modelId="{E982BCF4-0EF6-4808-B11E-C029233D7798}" type="presParOf" srcId="{EAD314D8-4674-4BE9-B03C-6F9312BFA855}" destId="{4B26C103-DD46-41F9-BACC-CEFEF2435A0A}" srcOrd="0" destOrd="0" presId="urn:microsoft.com/office/officeart/2018/2/layout/IconVerticalSolidList"/>
    <dgm:cxn modelId="{E783549A-C777-41C7-89CC-E7F386861B80}" type="presParOf" srcId="{4B26C103-DD46-41F9-BACC-CEFEF2435A0A}" destId="{4A750E91-8412-46D9-A072-073EB0EF4B19}" srcOrd="0" destOrd="0" presId="urn:microsoft.com/office/officeart/2018/2/layout/IconVerticalSolidList"/>
    <dgm:cxn modelId="{0EE17645-FD37-4B41-9A27-69A291F4043B}" type="presParOf" srcId="{4B26C103-DD46-41F9-BACC-CEFEF2435A0A}" destId="{7A98881C-E873-4AFC-83ED-BD8BC59F1F46}" srcOrd="1" destOrd="0" presId="urn:microsoft.com/office/officeart/2018/2/layout/IconVerticalSolidList"/>
    <dgm:cxn modelId="{1B10164E-4E17-437C-96AC-D34CCBE716D2}" type="presParOf" srcId="{4B26C103-DD46-41F9-BACC-CEFEF2435A0A}" destId="{D051B8F7-AE57-48A5-A0C5-16EDEF075644}" srcOrd="2" destOrd="0" presId="urn:microsoft.com/office/officeart/2018/2/layout/IconVerticalSolidList"/>
    <dgm:cxn modelId="{4DCFF18B-DC55-4E69-8C75-3C73A276DC24}" type="presParOf" srcId="{4B26C103-DD46-41F9-BACC-CEFEF2435A0A}" destId="{24301DE4-FB8E-452B-A856-B5A8AC3C1FBC}" srcOrd="3" destOrd="0" presId="urn:microsoft.com/office/officeart/2018/2/layout/IconVerticalSolidList"/>
    <dgm:cxn modelId="{B075D7AE-B257-4CEB-A5A0-BF9D2CBD15AF}" type="presParOf" srcId="{EAD314D8-4674-4BE9-B03C-6F9312BFA855}" destId="{6BF268E2-0BFC-4746-BE00-2932131E53D9}" srcOrd="1" destOrd="0" presId="urn:microsoft.com/office/officeart/2018/2/layout/IconVerticalSolidList"/>
    <dgm:cxn modelId="{F746E6D2-99AD-4CF1-86A7-FA2993812599}" type="presParOf" srcId="{EAD314D8-4674-4BE9-B03C-6F9312BFA855}" destId="{6530181D-CE5A-4EAA-B5AE-FE3CC52FA2B5}" srcOrd="2" destOrd="0" presId="urn:microsoft.com/office/officeart/2018/2/layout/IconVerticalSolidList"/>
    <dgm:cxn modelId="{C208DDEE-06D6-4D54-9323-063D10B53C9B}" type="presParOf" srcId="{6530181D-CE5A-4EAA-B5AE-FE3CC52FA2B5}" destId="{1E88DE08-D15D-42F6-9C95-D8E4FF444F2C}" srcOrd="0" destOrd="0" presId="urn:microsoft.com/office/officeart/2018/2/layout/IconVerticalSolidList"/>
    <dgm:cxn modelId="{4E350E42-0B9F-486D-854B-7BC245EA1237}" type="presParOf" srcId="{6530181D-CE5A-4EAA-B5AE-FE3CC52FA2B5}" destId="{8D71A001-FC39-40B5-87C6-266434685C1D}" srcOrd="1" destOrd="0" presId="urn:microsoft.com/office/officeart/2018/2/layout/IconVerticalSolidList"/>
    <dgm:cxn modelId="{C4048DD8-6024-4BA3-BD87-E91A4F99CF31}" type="presParOf" srcId="{6530181D-CE5A-4EAA-B5AE-FE3CC52FA2B5}" destId="{47039595-DDAE-45E5-B69A-8D86D7183C7E}" srcOrd="2" destOrd="0" presId="urn:microsoft.com/office/officeart/2018/2/layout/IconVerticalSolidList"/>
    <dgm:cxn modelId="{40042671-93B6-4E7E-AFAE-268692A7572A}" type="presParOf" srcId="{6530181D-CE5A-4EAA-B5AE-FE3CC52FA2B5}" destId="{C6D26370-8D51-43DF-8422-A7054231ADB5}" srcOrd="3" destOrd="0" presId="urn:microsoft.com/office/officeart/2018/2/layout/IconVerticalSolidList"/>
    <dgm:cxn modelId="{6D576AC6-2988-4285-BC84-7A1D4DDD7803}" type="presParOf" srcId="{EAD314D8-4674-4BE9-B03C-6F9312BFA855}" destId="{79D8924D-29BF-4E19-A0A5-9E0F7D2AE2A2}" srcOrd="3" destOrd="0" presId="urn:microsoft.com/office/officeart/2018/2/layout/IconVerticalSolidList"/>
    <dgm:cxn modelId="{FFB44E73-8C4C-4735-9FB6-2EAD46A087BB}" type="presParOf" srcId="{EAD314D8-4674-4BE9-B03C-6F9312BFA855}" destId="{CC4EAAAC-00FF-4946-B28C-7FBF2402A2C5}" srcOrd="4" destOrd="0" presId="urn:microsoft.com/office/officeart/2018/2/layout/IconVerticalSolidList"/>
    <dgm:cxn modelId="{7F4EFF7C-143E-4306-B948-A1E4C930848A}" type="presParOf" srcId="{CC4EAAAC-00FF-4946-B28C-7FBF2402A2C5}" destId="{BD49E139-8E01-4298-83DA-144602DCD3CC}" srcOrd="0" destOrd="0" presId="urn:microsoft.com/office/officeart/2018/2/layout/IconVerticalSolidList"/>
    <dgm:cxn modelId="{940D2797-1C0B-4CB9-99C5-F8048CE1689E}" type="presParOf" srcId="{CC4EAAAC-00FF-4946-B28C-7FBF2402A2C5}" destId="{C4C9E4DC-C43C-4CD7-B473-E9A0D8C05392}" srcOrd="1" destOrd="0" presId="urn:microsoft.com/office/officeart/2018/2/layout/IconVerticalSolidList"/>
    <dgm:cxn modelId="{6A31D56D-F477-40CD-8F96-BF52B5E73C23}" type="presParOf" srcId="{CC4EAAAC-00FF-4946-B28C-7FBF2402A2C5}" destId="{23C46A2C-9CB8-4606-9B47-AB2DDB3486B9}" srcOrd="2" destOrd="0" presId="urn:microsoft.com/office/officeart/2018/2/layout/IconVerticalSolidList"/>
    <dgm:cxn modelId="{7BD08D65-75C9-4427-A3F7-43F5519B7B5D}" type="presParOf" srcId="{CC4EAAAC-00FF-4946-B28C-7FBF2402A2C5}" destId="{80E2621F-232D-4283-B22E-ED5697CB8AD6}" srcOrd="3" destOrd="0" presId="urn:microsoft.com/office/officeart/2018/2/layout/IconVerticalSolidList"/>
    <dgm:cxn modelId="{FDFDC771-4205-4EA8-9BEB-F821E6D0FF6E}" type="presParOf" srcId="{EAD314D8-4674-4BE9-B03C-6F9312BFA855}" destId="{3E2F66F6-9285-4330-AC25-500EDE10D23F}" srcOrd="5" destOrd="0" presId="urn:microsoft.com/office/officeart/2018/2/layout/IconVerticalSolidList"/>
    <dgm:cxn modelId="{C2CE969A-3A88-4148-A351-B50FAE3AC48E}" type="presParOf" srcId="{EAD314D8-4674-4BE9-B03C-6F9312BFA855}" destId="{49E6102E-9DD0-4C27-973A-C01AE4980A83}" srcOrd="6" destOrd="0" presId="urn:microsoft.com/office/officeart/2018/2/layout/IconVerticalSolidList"/>
    <dgm:cxn modelId="{C837B7C6-DCEC-46E8-9030-88E40ADFACEA}" type="presParOf" srcId="{49E6102E-9DD0-4C27-973A-C01AE4980A83}" destId="{B58320A6-A54C-45F5-A055-D3DF7F050FD2}" srcOrd="0" destOrd="0" presId="urn:microsoft.com/office/officeart/2018/2/layout/IconVerticalSolidList"/>
    <dgm:cxn modelId="{2D47C13E-87A4-47F4-BA61-4A5B99E1861E}" type="presParOf" srcId="{49E6102E-9DD0-4C27-973A-C01AE4980A83}" destId="{37D35FC5-FFF0-41B8-96A2-D47652B33EC3}" srcOrd="1" destOrd="0" presId="urn:microsoft.com/office/officeart/2018/2/layout/IconVerticalSolidList"/>
    <dgm:cxn modelId="{C3B6FBBA-40AC-4382-977F-D2576C980714}" type="presParOf" srcId="{49E6102E-9DD0-4C27-973A-C01AE4980A83}" destId="{073FFBB7-89A9-4E60-94F3-DF63A053E836}" srcOrd="2" destOrd="0" presId="urn:microsoft.com/office/officeart/2018/2/layout/IconVerticalSolidList"/>
    <dgm:cxn modelId="{CD39A515-FB84-4F18-9FF6-F4C084BC770D}" type="presParOf" srcId="{49E6102E-9DD0-4C27-973A-C01AE4980A83}" destId="{737A49C8-95BD-4432-BC08-7A18D125BF2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47AC390-85D4-49BF-9063-4C65D662333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8575EA9-0D4D-439C-81B9-0A7204FCBD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1: Frontend prototype + mock API</a:t>
          </a:r>
        </a:p>
      </dgm:t>
    </dgm:pt>
    <dgm:pt modelId="{07802C0F-3F2C-4949-9428-143268151C4E}" type="parTrans" cxnId="{526754AE-5BC1-4230-965B-26954600CA81}">
      <dgm:prSet/>
      <dgm:spPr/>
      <dgm:t>
        <a:bodyPr/>
        <a:lstStyle/>
        <a:p>
          <a:endParaRPr lang="en-US"/>
        </a:p>
      </dgm:t>
    </dgm:pt>
    <dgm:pt modelId="{5492B4BA-70D8-419A-A91B-D1167475251D}" type="sibTrans" cxnId="{526754AE-5BC1-4230-965B-26954600CA81}">
      <dgm:prSet/>
      <dgm:spPr/>
      <dgm:t>
        <a:bodyPr/>
        <a:lstStyle/>
        <a:p>
          <a:endParaRPr lang="en-US"/>
        </a:p>
      </dgm:t>
    </dgm:pt>
    <dgm:pt modelId="{C3395636-796B-4FD3-ACCE-0D1F9A06A3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2: Real backend + persistence + async jobs</a:t>
          </a:r>
        </a:p>
      </dgm:t>
    </dgm:pt>
    <dgm:pt modelId="{6F11175F-7474-40CD-B324-04FFB6ED2BED}" type="parTrans" cxnId="{64C619A8-9C42-4A92-8DAD-B83C2AF3FFED}">
      <dgm:prSet/>
      <dgm:spPr/>
      <dgm:t>
        <a:bodyPr/>
        <a:lstStyle/>
        <a:p>
          <a:endParaRPr lang="en-US"/>
        </a:p>
      </dgm:t>
    </dgm:pt>
    <dgm:pt modelId="{0DAA02C7-7CD7-4B22-9673-A9F81C237B24}" type="sibTrans" cxnId="{64C619A8-9C42-4A92-8DAD-B83C2AF3FFED}">
      <dgm:prSet/>
      <dgm:spPr/>
      <dgm:t>
        <a:bodyPr/>
        <a:lstStyle/>
        <a:p>
          <a:endParaRPr lang="en-US"/>
        </a:p>
      </dgm:t>
    </dgm:pt>
    <dgm:pt modelId="{2A7634A3-4589-471D-AA2C-94F5808356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3: security hardening + HTTPS + admin auth</a:t>
          </a:r>
        </a:p>
      </dgm:t>
    </dgm:pt>
    <dgm:pt modelId="{EEF76B46-5211-41CD-BD5F-05E7139E0182}" type="parTrans" cxnId="{C038EF7A-AD4A-4CAB-9A66-6DBFFE9D2131}">
      <dgm:prSet/>
      <dgm:spPr/>
      <dgm:t>
        <a:bodyPr/>
        <a:lstStyle/>
        <a:p>
          <a:endParaRPr lang="en-US"/>
        </a:p>
      </dgm:t>
    </dgm:pt>
    <dgm:pt modelId="{64A38B0B-EDE5-4242-937E-A0E98A1657C0}" type="sibTrans" cxnId="{C038EF7A-AD4A-4CAB-9A66-6DBFFE9D2131}">
      <dgm:prSet/>
      <dgm:spPr/>
      <dgm:t>
        <a:bodyPr/>
        <a:lstStyle/>
        <a:p>
          <a:endParaRPr lang="en-US"/>
        </a:p>
      </dgm:t>
    </dgm:pt>
    <dgm:pt modelId="{AC430121-DBA6-4920-8EBE-6B2F13AF3C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4: segmentation + multi-user ownership controls</a:t>
          </a:r>
        </a:p>
      </dgm:t>
    </dgm:pt>
    <dgm:pt modelId="{1006A603-E84F-45F9-81D6-64913442BBD9}" type="parTrans" cxnId="{D004C00B-870E-4E90-A76D-3278B8B11050}">
      <dgm:prSet/>
      <dgm:spPr/>
      <dgm:t>
        <a:bodyPr/>
        <a:lstStyle/>
        <a:p>
          <a:endParaRPr lang="en-US"/>
        </a:p>
      </dgm:t>
    </dgm:pt>
    <dgm:pt modelId="{E94FE7FC-F721-40B1-A8BE-6006AC85BFA9}" type="sibTrans" cxnId="{D004C00B-870E-4E90-A76D-3278B8B11050}">
      <dgm:prSet/>
      <dgm:spPr/>
      <dgm:t>
        <a:bodyPr/>
        <a:lstStyle/>
        <a:p>
          <a:endParaRPr lang="en-US"/>
        </a:p>
      </dgm:t>
    </dgm:pt>
    <dgm:pt modelId="{EAD314D8-4674-4BE9-B03C-6F9312BFA855}" type="pres">
      <dgm:prSet presAssocID="{F47AC390-85D4-49BF-9063-4C65D6623337}" presName="root" presStyleCnt="0">
        <dgm:presLayoutVars>
          <dgm:dir/>
          <dgm:resizeHandles val="exact"/>
        </dgm:presLayoutVars>
      </dgm:prSet>
      <dgm:spPr/>
    </dgm:pt>
    <dgm:pt modelId="{4B26C103-DD46-41F9-BACC-CEFEF2435A0A}" type="pres">
      <dgm:prSet presAssocID="{B8575EA9-0D4D-439C-81B9-0A7204FCBD01}" presName="compNode" presStyleCnt="0"/>
      <dgm:spPr/>
    </dgm:pt>
    <dgm:pt modelId="{4A750E91-8412-46D9-A072-073EB0EF4B19}" type="pres">
      <dgm:prSet presAssocID="{B8575EA9-0D4D-439C-81B9-0A7204FCBD01}" presName="bgRect" presStyleLbl="bgShp" presStyleIdx="0" presStyleCnt="4"/>
      <dgm:spPr/>
    </dgm:pt>
    <dgm:pt modelId="{7A98881C-E873-4AFC-83ED-BD8BC59F1F46}" type="pres">
      <dgm:prSet presAssocID="{B8575EA9-0D4D-439C-81B9-0A7204FCBD0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051B8F7-AE57-48A5-A0C5-16EDEF075644}" type="pres">
      <dgm:prSet presAssocID="{B8575EA9-0D4D-439C-81B9-0A7204FCBD01}" presName="spaceRect" presStyleCnt="0"/>
      <dgm:spPr/>
    </dgm:pt>
    <dgm:pt modelId="{24301DE4-FB8E-452B-A856-B5A8AC3C1FBC}" type="pres">
      <dgm:prSet presAssocID="{B8575EA9-0D4D-439C-81B9-0A7204FCBD01}" presName="parTx" presStyleLbl="revTx" presStyleIdx="0" presStyleCnt="4">
        <dgm:presLayoutVars>
          <dgm:chMax val="0"/>
          <dgm:chPref val="0"/>
        </dgm:presLayoutVars>
      </dgm:prSet>
      <dgm:spPr/>
    </dgm:pt>
    <dgm:pt modelId="{6BF268E2-0BFC-4746-BE00-2932131E53D9}" type="pres">
      <dgm:prSet presAssocID="{5492B4BA-70D8-419A-A91B-D1167475251D}" presName="sibTrans" presStyleCnt="0"/>
      <dgm:spPr/>
    </dgm:pt>
    <dgm:pt modelId="{6530181D-CE5A-4EAA-B5AE-FE3CC52FA2B5}" type="pres">
      <dgm:prSet presAssocID="{C3395636-796B-4FD3-ACCE-0D1F9A06A399}" presName="compNode" presStyleCnt="0"/>
      <dgm:spPr/>
    </dgm:pt>
    <dgm:pt modelId="{1E88DE08-D15D-42F6-9C95-D8E4FF444F2C}" type="pres">
      <dgm:prSet presAssocID="{C3395636-796B-4FD3-ACCE-0D1F9A06A399}" presName="bgRect" presStyleLbl="bgShp" presStyleIdx="1" presStyleCnt="4"/>
      <dgm:spPr/>
    </dgm:pt>
    <dgm:pt modelId="{8D71A001-FC39-40B5-87C6-266434685C1D}" type="pres">
      <dgm:prSet presAssocID="{C3395636-796B-4FD3-ACCE-0D1F9A06A39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7039595-DDAE-45E5-B69A-8D86D7183C7E}" type="pres">
      <dgm:prSet presAssocID="{C3395636-796B-4FD3-ACCE-0D1F9A06A399}" presName="spaceRect" presStyleCnt="0"/>
      <dgm:spPr/>
    </dgm:pt>
    <dgm:pt modelId="{C6D26370-8D51-43DF-8422-A7054231ADB5}" type="pres">
      <dgm:prSet presAssocID="{C3395636-796B-4FD3-ACCE-0D1F9A06A399}" presName="parTx" presStyleLbl="revTx" presStyleIdx="1" presStyleCnt="4">
        <dgm:presLayoutVars>
          <dgm:chMax val="0"/>
          <dgm:chPref val="0"/>
        </dgm:presLayoutVars>
      </dgm:prSet>
      <dgm:spPr/>
    </dgm:pt>
    <dgm:pt modelId="{79D8924D-29BF-4E19-A0A5-9E0F7D2AE2A2}" type="pres">
      <dgm:prSet presAssocID="{0DAA02C7-7CD7-4B22-9673-A9F81C237B24}" presName="sibTrans" presStyleCnt="0"/>
      <dgm:spPr/>
    </dgm:pt>
    <dgm:pt modelId="{CC4EAAAC-00FF-4946-B28C-7FBF2402A2C5}" type="pres">
      <dgm:prSet presAssocID="{2A7634A3-4589-471D-AA2C-94F58083569C}" presName="compNode" presStyleCnt="0"/>
      <dgm:spPr/>
    </dgm:pt>
    <dgm:pt modelId="{BD49E139-8E01-4298-83DA-144602DCD3CC}" type="pres">
      <dgm:prSet presAssocID="{2A7634A3-4589-471D-AA2C-94F58083569C}" presName="bgRect" presStyleLbl="bgShp" presStyleIdx="2" presStyleCnt="4"/>
      <dgm:spPr/>
    </dgm:pt>
    <dgm:pt modelId="{C4C9E4DC-C43C-4CD7-B473-E9A0D8C05392}" type="pres">
      <dgm:prSet presAssocID="{2A7634A3-4589-471D-AA2C-94F58083569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3C46A2C-9CB8-4606-9B47-AB2DDB3486B9}" type="pres">
      <dgm:prSet presAssocID="{2A7634A3-4589-471D-AA2C-94F58083569C}" presName="spaceRect" presStyleCnt="0"/>
      <dgm:spPr/>
    </dgm:pt>
    <dgm:pt modelId="{80E2621F-232D-4283-B22E-ED5697CB8AD6}" type="pres">
      <dgm:prSet presAssocID="{2A7634A3-4589-471D-AA2C-94F58083569C}" presName="parTx" presStyleLbl="revTx" presStyleIdx="2" presStyleCnt="4">
        <dgm:presLayoutVars>
          <dgm:chMax val="0"/>
          <dgm:chPref val="0"/>
        </dgm:presLayoutVars>
      </dgm:prSet>
      <dgm:spPr/>
    </dgm:pt>
    <dgm:pt modelId="{3E2F66F6-9285-4330-AC25-500EDE10D23F}" type="pres">
      <dgm:prSet presAssocID="{64A38B0B-EDE5-4242-937E-A0E98A1657C0}" presName="sibTrans" presStyleCnt="0"/>
      <dgm:spPr/>
    </dgm:pt>
    <dgm:pt modelId="{49E6102E-9DD0-4C27-973A-C01AE4980A83}" type="pres">
      <dgm:prSet presAssocID="{AC430121-DBA6-4920-8EBE-6B2F13AF3C60}" presName="compNode" presStyleCnt="0"/>
      <dgm:spPr/>
    </dgm:pt>
    <dgm:pt modelId="{B58320A6-A54C-45F5-A055-D3DF7F050FD2}" type="pres">
      <dgm:prSet presAssocID="{AC430121-DBA6-4920-8EBE-6B2F13AF3C60}" presName="bgRect" presStyleLbl="bgShp" presStyleIdx="3" presStyleCnt="4"/>
      <dgm:spPr/>
    </dgm:pt>
    <dgm:pt modelId="{37D35FC5-FFF0-41B8-96A2-D47652B33EC3}" type="pres">
      <dgm:prSet presAssocID="{AC430121-DBA6-4920-8EBE-6B2F13AF3C6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073FFBB7-89A9-4E60-94F3-DF63A053E836}" type="pres">
      <dgm:prSet presAssocID="{AC430121-DBA6-4920-8EBE-6B2F13AF3C60}" presName="spaceRect" presStyleCnt="0"/>
      <dgm:spPr/>
    </dgm:pt>
    <dgm:pt modelId="{737A49C8-95BD-4432-BC08-7A18D125BF23}" type="pres">
      <dgm:prSet presAssocID="{AC430121-DBA6-4920-8EBE-6B2F13AF3C6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004C00B-870E-4E90-A76D-3278B8B11050}" srcId="{F47AC390-85D4-49BF-9063-4C65D6623337}" destId="{AC430121-DBA6-4920-8EBE-6B2F13AF3C60}" srcOrd="3" destOrd="0" parTransId="{1006A603-E84F-45F9-81D6-64913442BBD9}" sibTransId="{E94FE7FC-F721-40B1-A8BE-6006AC85BFA9}"/>
    <dgm:cxn modelId="{59EC8870-01FE-47F5-89E3-6D4AF8CEEAE6}" type="presOf" srcId="{2A7634A3-4589-471D-AA2C-94F58083569C}" destId="{80E2621F-232D-4283-B22E-ED5697CB8AD6}" srcOrd="0" destOrd="0" presId="urn:microsoft.com/office/officeart/2018/2/layout/IconVerticalSolidList"/>
    <dgm:cxn modelId="{E7CA9B79-E728-44E2-9C1E-C7A5B8F1A3D1}" type="presOf" srcId="{B8575EA9-0D4D-439C-81B9-0A7204FCBD01}" destId="{24301DE4-FB8E-452B-A856-B5A8AC3C1FBC}" srcOrd="0" destOrd="0" presId="urn:microsoft.com/office/officeart/2018/2/layout/IconVerticalSolidList"/>
    <dgm:cxn modelId="{C038EF7A-AD4A-4CAB-9A66-6DBFFE9D2131}" srcId="{F47AC390-85D4-49BF-9063-4C65D6623337}" destId="{2A7634A3-4589-471D-AA2C-94F58083569C}" srcOrd="2" destOrd="0" parTransId="{EEF76B46-5211-41CD-BD5F-05E7139E0182}" sibTransId="{64A38B0B-EDE5-4242-937E-A0E98A1657C0}"/>
    <dgm:cxn modelId="{45F966A2-3E8A-4C96-9813-DE830F6CE734}" type="presOf" srcId="{C3395636-796B-4FD3-ACCE-0D1F9A06A399}" destId="{C6D26370-8D51-43DF-8422-A7054231ADB5}" srcOrd="0" destOrd="0" presId="urn:microsoft.com/office/officeart/2018/2/layout/IconVerticalSolidList"/>
    <dgm:cxn modelId="{64C619A8-9C42-4A92-8DAD-B83C2AF3FFED}" srcId="{F47AC390-85D4-49BF-9063-4C65D6623337}" destId="{C3395636-796B-4FD3-ACCE-0D1F9A06A399}" srcOrd="1" destOrd="0" parTransId="{6F11175F-7474-40CD-B324-04FFB6ED2BED}" sibTransId="{0DAA02C7-7CD7-4B22-9673-A9F81C237B24}"/>
    <dgm:cxn modelId="{526754AE-5BC1-4230-965B-26954600CA81}" srcId="{F47AC390-85D4-49BF-9063-4C65D6623337}" destId="{B8575EA9-0D4D-439C-81B9-0A7204FCBD01}" srcOrd="0" destOrd="0" parTransId="{07802C0F-3F2C-4949-9428-143268151C4E}" sibTransId="{5492B4BA-70D8-419A-A91B-D1167475251D}"/>
    <dgm:cxn modelId="{E1A00ADF-A555-497D-BAD8-E107871F086C}" type="presOf" srcId="{AC430121-DBA6-4920-8EBE-6B2F13AF3C60}" destId="{737A49C8-95BD-4432-BC08-7A18D125BF23}" srcOrd="0" destOrd="0" presId="urn:microsoft.com/office/officeart/2018/2/layout/IconVerticalSolidList"/>
    <dgm:cxn modelId="{A0D743F5-9397-4E28-BCD1-43BEA4C13F6C}" type="presOf" srcId="{F47AC390-85D4-49BF-9063-4C65D6623337}" destId="{EAD314D8-4674-4BE9-B03C-6F9312BFA855}" srcOrd="0" destOrd="0" presId="urn:microsoft.com/office/officeart/2018/2/layout/IconVerticalSolidList"/>
    <dgm:cxn modelId="{E982BCF4-0EF6-4808-B11E-C029233D7798}" type="presParOf" srcId="{EAD314D8-4674-4BE9-B03C-6F9312BFA855}" destId="{4B26C103-DD46-41F9-BACC-CEFEF2435A0A}" srcOrd="0" destOrd="0" presId="urn:microsoft.com/office/officeart/2018/2/layout/IconVerticalSolidList"/>
    <dgm:cxn modelId="{E783549A-C777-41C7-89CC-E7F386861B80}" type="presParOf" srcId="{4B26C103-DD46-41F9-BACC-CEFEF2435A0A}" destId="{4A750E91-8412-46D9-A072-073EB0EF4B19}" srcOrd="0" destOrd="0" presId="urn:microsoft.com/office/officeart/2018/2/layout/IconVerticalSolidList"/>
    <dgm:cxn modelId="{0EE17645-FD37-4B41-9A27-69A291F4043B}" type="presParOf" srcId="{4B26C103-DD46-41F9-BACC-CEFEF2435A0A}" destId="{7A98881C-E873-4AFC-83ED-BD8BC59F1F46}" srcOrd="1" destOrd="0" presId="urn:microsoft.com/office/officeart/2018/2/layout/IconVerticalSolidList"/>
    <dgm:cxn modelId="{1B10164E-4E17-437C-96AC-D34CCBE716D2}" type="presParOf" srcId="{4B26C103-DD46-41F9-BACC-CEFEF2435A0A}" destId="{D051B8F7-AE57-48A5-A0C5-16EDEF075644}" srcOrd="2" destOrd="0" presId="urn:microsoft.com/office/officeart/2018/2/layout/IconVerticalSolidList"/>
    <dgm:cxn modelId="{4DCFF18B-DC55-4E69-8C75-3C73A276DC24}" type="presParOf" srcId="{4B26C103-DD46-41F9-BACC-CEFEF2435A0A}" destId="{24301DE4-FB8E-452B-A856-B5A8AC3C1FBC}" srcOrd="3" destOrd="0" presId="urn:microsoft.com/office/officeart/2018/2/layout/IconVerticalSolidList"/>
    <dgm:cxn modelId="{B075D7AE-B257-4CEB-A5A0-BF9D2CBD15AF}" type="presParOf" srcId="{EAD314D8-4674-4BE9-B03C-6F9312BFA855}" destId="{6BF268E2-0BFC-4746-BE00-2932131E53D9}" srcOrd="1" destOrd="0" presId="urn:microsoft.com/office/officeart/2018/2/layout/IconVerticalSolidList"/>
    <dgm:cxn modelId="{F746E6D2-99AD-4CF1-86A7-FA2993812599}" type="presParOf" srcId="{EAD314D8-4674-4BE9-B03C-6F9312BFA855}" destId="{6530181D-CE5A-4EAA-B5AE-FE3CC52FA2B5}" srcOrd="2" destOrd="0" presId="urn:microsoft.com/office/officeart/2018/2/layout/IconVerticalSolidList"/>
    <dgm:cxn modelId="{C208DDEE-06D6-4D54-9323-063D10B53C9B}" type="presParOf" srcId="{6530181D-CE5A-4EAA-B5AE-FE3CC52FA2B5}" destId="{1E88DE08-D15D-42F6-9C95-D8E4FF444F2C}" srcOrd="0" destOrd="0" presId="urn:microsoft.com/office/officeart/2018/2/layout/IconVerticalSolidList"/>
    <dgm:cxn modelId="{4E350E42-0B9F-486D-854B-7BC245EA1237}" type="presParOf" srcId="{6530181D-CE5A-4EAA-B5AE-FE3CC52FA2B5}" destId="{8D71A001-FC39-40B5-87C6-266434685C1D}" srcOrd="1" destOrd="0" presId="urn:microsoft.com/office/officeart/2018/2/layout/IconVerticalSolidList"/>
    <dgm:cxn modelId="{C4048DD8-6024-4BA3-BD87-E91A4F99CF31}" type="presParOf" srcId="{6530181D-CE5A-4EAA-B5AE-FE3CC52FA2B5}" destId="{47039595-DDAE-45E5-B69A-8D86D7183C7E}" srcOrd="2" destOrd="0" presId="urn:microsoft.com/office/officeart/2018/2/layout/IconVerticalSolidList"/>
    <dgm:cxn modelId="{40042671-93B6-4E7E-AFAE-268692A7572A}" type="presParOf" srcId="{6530181D-CE5A-4EAA-B5AE-FE3CC52FA2B5}" destId="{C6D26370-8D51-43DF-8422-A7054231ADB5}" srcOrd="3" destOrd="0" presId="urn:microsoft.com/office/officeart/2018/2/layout/IconVerticalSolidList"/>
    <dgm:cxn modelId="{6D576AC6-2988-4285-BC84-7A1D4DDD7803}" type="presParOf" srcId="{EAD314D8-4674-4BE9-B03C-6F9312BFA855}" destId="{79D8924D-29BF-4E19-A0A5-9E0F7D2AE2A2}" srcOrd="3" destOrd="0" presId="urn:microsoft.com/office/officeart/2018/2/layout/IconVerticalSolidList"/>
    <dgm:cxn modelId="{FFB44E73-8C4C-4735-9FB6-2EAD46A087BB}" type="presParOf" srcId="{EAD314D8-4674-4BE9-B03C-6F9312BFA855}" destId="{CC4EAAAC-00FF-4946-B28C-7FBF2402A2C5}" srcOrd="4" destOrd="0" presId="urn:microsoft.com/office/officeart/2018/2/layout/IconVerticalSolidList"/>
    <dgm:cxn modelId="{7F4EFF7C-143E-4306-B948-A1E4C930848A}" type="presParOf" srcId="{CC4EAAAC-00FF-4946-B28C-7FBF2402A2C5}" destId="{BD49E139-8E01-4298-83DA-144602DCD3CC}" srcOrd="0" destOrd="0" presId="urn:microsoft.com/office/officeart/2018/2/layout/IconVerticalSolidList"/>
    <dgm:cxn modelId="{940D2797-1C0B-4CB9-99C5-F8048CE1689E}" type="presParOf" srcId="{CC4EAAAC-00FF-4946-B28C-7FBF2402A2C5}" destId="{C4C9E4DC-C43C-4CD7-B473-E9A0D8C05392}" srcOrd="1" destOrd="0" presId="urn:microsoft.com/office/officeart/2018/2/layout/IconVerticalSolidList"/>
    <dgm:cxn modelId="{6A31D56D-F477-40CD-8F96-BF52B5E73C23}" type="presParOf" srcId="{CC4EAAAC-00FF-4946-B28C-7FBF2402A2C5}" destId="{23C46A2C-9CB8-4606-9B47-AB2DDB3486B9}" srcOrd="2" destOrd="0" presId="urn:microsoft.com/office/officeart/2018/2/layout/IconVerticalSolidList"/>
    <dgm:cxn modelId="{7BD08D65-75C9-4427-A3F7-43F5519B7B5D}" type="presParOf" srcId="{CC4EAAAC-00FF-4946-B28C-7FBF2402A2C5}" destId="{80E2621F-232D-4283-B22E-ED5697CB8AD6}" srcOrd="3" destOrd="0" presId="urn:microsoft.com/office/officeart/2018/2/layout/IconVerticalSolidList"/>
    <dgm:cxn modelId="{FDFDC771-4205-4EA8-9BEB-F821E6D0FF6E}" type="presParOf" srcId="{EAD314D8-4674-4BE9-B03C-6F9312BFA855}" destId="{3E2F66F6-9285-4330-AC25-500EDE10D23F}" srcOrd="5" destOrd="0" presId="urn:microsoft.com/office/officeart/2018/2/layout/IconVerticalSolidList"/>
    <dgm:cxn modelId="{C2CE969A-3A88-4148-A351-B50FAE3AC48E}" type="presParOf" srcId="{EAD314D8-4674-4BE9-B03C-6F9312BFA855}" destId="{49E6102E-9DD0-4C27-973A-C01AE4980A83}" srcOrd="6" destOrd="0" presId="urn:microsoft.com/office/officeart/2018/2/layout/IconVerticalSolidList"/>
    <dgm:cxn modelId="{C837B7C6-DCEC-46E8-9030-88E40ADFACEA}" type="presParOf" srcId="{49E6102E-9DD0-4C27-973A-C01AE4980A83}" destId="{B58320A6-A54C-45F5-A055-D3DF7F050FD2}" srcOrd="0" destOrd="0" presId="urn:microsoft.com/office/officeart/2018/2/layout/IconVerticalSolidList"/>
    <dgm:cxn modelId="{2D47C13E-87A4-47F4-BA61-4A5B99E1861E}" type="presParOf" srcId="{49E6102E-9DD0-4C27-973A-C01AE4980A83}" destId="{37D35FC5-FFF0-41B8-96A2-D47652B33EC3}" srcOrd="1" destOrd="0" presId="urn:microsoft.com/office/officeart/2018/2/layout/IconVerticalSolidList"/>
    <dgm:cxn modelId="{C3B6FBBA-40AC-4382-977F-D2576C980714}" type="presParOf" srcId="{49E6102E-9DD0-4C27-973A-C01AE4980A83}" destId="{073FFBB7-89A9-4E60-94F3-DF63A053E836}" srcOrd="2" destOrd="0" presId="urn:microsoft.com/office/officeart/2018/2/layout/IconVerticalSolidList"/>
    <dgm:cxn modelId="{CD39A515-FB84-4F18-9FF6-F4C084BC770D}" type="presParOf" srcId="{49E6102E-9DD0-4C27-973A-C01AE4980A83}" destId="{737A49C8-95BD-4432-BC08-7A18D125BF2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47AC390-85D4-49BF-9063-4C65D662333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8575EA9-0D4D-439C-81B9-0A7204FCBD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1: Frontend prototype + mock API</a:t>
          </a:r>
        </a:p>
      </dgm:t>
    </dgm:pt>
    <dgm:pt modelId="{07802C0F-3F2C-4949-9428-143268151C4E}" type="parTrans" cxnId="{526754AE-5BC1-4230-965B-26954600CA81}">
      <dgm:prSet/>
      <dgm:spPr/>
      <dgm:t>
        <a:bodyPr/>
        <a:lstStyle/>
        <a:p>
          <a:endParaRPr lang="en-US"/>
        </a:p>
      </dgm:t>
    </dgm:pt>
    <dgm:pt modelId="{5492B4BA-70D8-419A-A91B-D1167475251D}" type="sibTrans" cxnId="{526754AE-5BC1-4230-965B-26954600CA81}">
      <dgm:prSet/>
      <dgm:spPr/>
      <dgm:t>
        <a:bodyPr/>
        <a:lstStyle/>
        <a:p>
          <a:endParaRPr lang="en-US"/>
        </a:p>
      </dgm:t>
    </dgm:pt>
    <dgm:pt modelId="{C3395636-796B-4FD3-ACCE-0D1F9A06A3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2: Real backend + persistence + async jobs</a:t>
          </a:r>
        </a:p>
      </dgm:t>
    </dgm:pt>
    <dgm:pt modelId="{6F11175F-7474-40CD-B324-04FFB6ED2BED}" type="parTrans" cxnId="{64C619A8-9C42-4A92-8DAD-B83C2AF3FFED}">
      <dgm:prSet/>
      <dgm:spPr/>
      <dgm:t>
        <a:bodyPr/>
        <a:lstStyle/>
        <a:p>
          <a:endParaRPr lang="en-US"/>
        </a:p>
      </dgm:t>
    </dgm:pt>
    <dgm:pt modelId="{0DAA02C7-7CD7-4B22-9673-A9F81C237B24}" type="sibTrans" cxnId="{64C619A8-9C42-4A92-8DAD-B83C2AF3FFED}">
      <dgm:prSet/>
      <dgm:spPr/>
      <dgm:t>
        <a:bodyPr/>
        <a:lstStyle/>
        <a:p>
          <a:endParaRPr lang="en-US"/>
        </a:p>
      </dgm:t>
    </dgm:pt>
    <dgm:pt modelId="{2A7634A3-4589-471D-AA2C-94F5808356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3: security hardening + HTTPS + admin auth</a:t>
          </a:r>
        </a:p>
      </dgm:t>
    </dgm:pt>
    <dgm:pt modelId="{EEF76B46-5211-41CD-BD5F-05E7139E0182}" type="parTrans" cxnId="{C038EF7A-AD4A-4CAB-9A66-6DBFFE9D2131}">
      <dgm:prSet/>
      <dgm:spPr/>
      <dgm:t>
        <a:bodyPr/>
        <a:lstStyle/>
        <a:p>
          <a:endParaRPr lang="en-US"/>
        </a:p>
      </dgm:t>
    </dgm:pt>
    <dgm:pt modelId="{64A38B0B-EDE5-4242-937E-A0E98A1657C0}" type="sibTrans" cxnId="{C038EF7A-AD4A-4CAB-9A66-6DBFFE9D2131}">
      <dgm:prSet/>
      <dgm:spPr/>
      <dgm:t>
        <a:bodyPr/>
        <a:lstStyle/>
        <a:p>
          <a:endParaRPr lang="en-US"/>
        </a:p>
      </dgm:t>
    </dgm:pt>
    <dgm:pt modelId="{AC430121-DBA6-4920-8EBE-6B2F13AF3C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4: segmentation + multi-user ownership controls</a:t>
          </a:r>
        </a:p>
      </dgm:t>
    </dgm:pt>
    <dgm:pt modelId="{1006A603-E84F-45F9-81D6-64913442BBD9}" type="parTrans" cxnId="{D004C00B-870E-4E90-A76D-3278B8B11050}">
      <dgm:prSet/>
      <dgm:spPr/>
      <dgm:t>
        <a:bodyPr/>
        <a:lstStyle/>
        <a:p>
          <a:endParaRPr lang="en-US"/>
        </a:p>
      </dgm:t>
    </dgm:pt>
    <dgm:pt modelId="{E94FE7FC-F721-40B1-A8BE-6006AC85BFA9}" type="sibTrans" cxnId="{D004C00B-870E-4E90-A76D-3278B8B11050}">
      <dgm:prSet/>
      <dgm:spPr/>
      <dgm:t>
        <a:bodyPr/>
        <a:lstStyle/>
        <a:p>
          <a:endParaRPr lang="en-US"/>
        </a:p>
      </dgm:t>
    </dgm:pt>
    <dgm:pt modelId="{EAD314D8-4674-4BE9-B03C-6F9312BFA855}" type="pres">
      <dgm:prSet presAssocID="{F47AC390-85D4-49BF-9063-4C65D6623337}" presName="root" presStyleCnt="0">
        <dgm:presLayoutVars>
          <dgm:dir/>
          <dgm:resizeHandles val="exact"/>
        </dgm:presLayoutVars>
      </dgm:prSet>
      <dgm:spPr/>
    </dgm:pt>
    <dgm:pt modelId="{4B26C103-DD46-41F9-BACC-CEFEF2435A0A}" type="pres">
      <dgm:prSet presAssocID="{B8575EA9-0D4D-439C-81B9-0A7204FCBD01}" presName="compNode" presStyleCnt="0"/>
      <dgm:spPr/>
    </dgm:pt>
    <dgm:pt modelId="{4A750E91-8412-46D9-A072-073EB0EF4B19}" type="pres">
      <dgm:prSet presAssocID="{B8575EA9-0D4D-439C-81B9-0A7204FCBD01}" presName="bgRect" presStyleLbl="bgShp" presStyleIdx="0" presStyleCnt="4"/>
      <dgm:spPr/>
    </dgm:pt>
    <dgm:pt modelId="{7A98881C-E873-4AFC-83ED-BD8BC59F1F46}" type="pres">
      <dgm:prSet presAssocID="{B8575EA9-0D4D-439C-81B9-0A7204FCBD0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051B8F7-AE57-48A5-A0C5-16EDEF075644}" type="pres">
      <dgm:prSet presAssocID="{B8575EA9-0D4D-439C-81B9-0A7204FCBD01}" presName="spaceRect" presStyleCnt="0"/>
      <dgm:spPr/>
    </dgm:pt>
    <dgm:pt modelId="{24301DE4-FB8E-452B-A856-B5A8AC3C1FBC}" type="pres">
      <dgm:prSet presAssocID="{B8575EA9-0D4D-439C-81B9-0A7204FCBD01}" presName="parTx" presStyleLbl="revTx" presStyleIdx="0" presStyleCnt="4">
        <dgm:presLayoutVars>
          <dgm:chMax val="0"/>
          <dgm:chPref val="0"/>
        </dgm:presLayoutVars>
      </dgm:prSet>
      <dgm:spPr/>
    </dgm:pt>
    <dgm:pt modelId="{6BF268E2-0BFC-4746-BE00-2932131E53D9}" type="pres">
      <dgm:prSet presAssocID="{5492B4BA-70D8-419A-A91B-D1167475251D}" presName="sibTrans" presStyleCnt="0"/>
      <dgm:spPr/>
    </dgm:pt>
    <dgm:pt modelId="{6530181D-CE5A-4EAA-B5AE-FE3CC52FA2B5}" type="pres">
      <dgm:prSet presAssocID="{C3395636-796B-4FD3-ACCE-0D1F9A06A399}" presName="compNode" presStyleCnt="0"/>
      <dgm:spPr/>
    </dgm:pt>
    <dgm:pt modelId="{1E88DE08-D15D-42F6-9C95-D8E4FF444F2C}" type="pres">
      <dgm:prSet presAssocID="{C3395636-796B-4FD3-ACCE-0D1F9A06A399}" presName="bgRect" presStyleLbl="bgShp" presStyleIdx="1" presStyleCnt="4"/>
      <dgm:spPr/>
    </dgm:pt>
    <dgm:pt modelId="{8D71A001-FC39-40B5-87C6-266434685C1D}" type="pres">
      <dgm:prSet presAssocID="{C3395636-796B-4FD3-ACCE-0D1F9A06A39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7039595-DDAE-45E5-B69A-8D86D7183C7E}" type="pres">
      <dgm:prSet presAssocID="{C3395636-796B-4FD3-ACCE-0D1F9A06A399}" presName="spaceRect" presStyleCnt="0"/>
      <dgm:spPr/>
    </dgm:pt>
    <dgm:pt modelId="{C6D26370-8D51-43DF-8422-A7054231ADB5}" type="pres">
      <dgm:prSet presAssocID="{C3395636-796B-4FD3-ACCE-0D1F9A06A399}" presName="parTx" presStyleLbl="revTx" presStyleIdx="1" presStyleCnt="4">
        <dgm:presLayoutVars>
          <dgm:chMax val="0"/>
          <dgm:chPref val="0"/>
        </dgm:presLayoutVars>
      </dgm:prSet>
      <dgm:spPr/>
    </dgm:pt>
    <dgm:pt modelId="{79D8924D-29BF-4E19-A0A5-9E0F7D2AE2A2}" type="pres">
      <dgm:prSet presAssocID="{0DAA02C7-7CD7-4B22-9673-A9F81C237B24}" presName="sibTrans" presStyleCnt="0"/>
      <dgm:spPr/>
    </dgm:pt>
    <dgm:pt modelId="{CC4EAAAC-00FF-4946-B28C-7FBF2402A2C5}" type="pres">
      <dgm:prSet presAssocID="{2A7634A3-4589-471D-AA2C-94F58083569C}" presName="compNode" presStyleCnt="0"/>
      <dgm:spPr/>
    </dgm:pt>
    <dgm:pt modelId="{BD49E139-8E01-4298-83DA-144602DCD3CC}" type="pres">
      <dgm:prSet presAssocID="{2A7634A3-4589-471D-AA2C-94F58083569C}" presName="bgRect" presStyleLbl="bgShp" presStyleIdx="2" presStyleCnt="4"/>
      <dgm:spPr/>
    </dgm:pt>
    <dgm:pt modelId="{C4C9E4DC-C43C-4CD7-B473-E9A0D8C05392}" type="pres">
      <dgm:prSet presAssocID="{2A7634A3-4589-471D-AA2C-94F58083569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3C46A2C-9CB8-4606-9B47-AB2DDB3486B9}" type="pres">
      <dgm:prSet presAssocID="{2A7634A3-4589-471D-AA2C-94F58083569C}" presName="spaceRect" presStyleCnt="0"/>
      <dgm:spPr/>
    </dgm:pt>
    <dgm:pt modelId="{80E2621F-232D-4283-B22E-ED5697CB8AD6}" type="pres">
      <dgm:prSet presAssocID="{2A7634A3-4589-471D-AA2C-94F58083569C}" presName="parTx" presStyleLbl="revTx" presStyleIdx="2" presStyleCnt="4">
        <dgm:presLayoutVars>
          <dgm:chMax val="0"/>
          <dgm:chPref val="0"/>
        </dgm:presLayoutVars>
      </dgm:prSet>
      <dgm:spPr/>
    </dgm:pt>
    <dgm:pt modelId="{3E2F66F6-9285-4330-AC25-500EDE10D23F}" type="pres">
      <dgm:prSet presAssocID="{64A38B0B-EDE5-4242-937E-A0E98A1657C0}" presName="sibTrans" presStyleCnt="0"/>
      <dgm:spPr/>
    </dgm:pt>
    <dgm:pt modelId="{49E6102E-9DD0-4C27-973A-C01AE4980A83}" type="pres">
      <dgm:prSet presAssocID="{AC430121-DBA6-4920-8EBE-6B2F13AF3C60}" presName="compNode" presStyleCnt="0"/>
      <dgm:spPr/>
    </dgm:pt>
    <dgm:pt modelId="{B58320A6-A54C-45F5-A055-D3DF7F050FD2}" type="pres">
      <dgm:prSet presAssocID="{AC430121-DBA6-4920-8EBE-6B2F13AF3C60}" presName="bgRect" presStyleLbl="bgShp" presStyleIdx="3" presStyleCnt="4"/>
      <dgm:spPr/>
    </dgm:pt>
    <dgm:pt modelId="{37D35FC5-FFF0-41B8-96A2-D47652B33EC3}" type="pres">
      <dgm:prSet presAssocID="{AC430121-DBA6-4920-8EBE-6B2F13AF3C6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073FFBB7-89A9-4E60-94F3-DF63A053E836}" type="pres">
      <dgm:prSet presAssocID="{AC430121-DBA6-4920-8EBE-6B2F13AF3C60}" presName="spaceRect" presStyleCnt="0"/>
      <dgm:spPr/>
    </dgm:pt>
    <dgm:pt modelId="{737A49C8-95BD-4432-BC08-7A18D125BF23}" type="pres">
      <dgm:prSet presAssocID="{AC430121-DBA6-4920-8EBE-6B2F13AF3C6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004C00B-870E-4E90-A76D-3278B8B11050}" srcId="{F47AC390-85D4-49BF-9063-4C65D6623337}" destId="{AC430121-DBA6-4920-8EBE-6B2F13AF3C60}" srcOrd="3" destOrd="0" parTransId="{1006A603-E84F-45F9-81D6-64913442BBD9}" sibTransId="{E94FE7FC-F721-40B1-A8BE-6006AC85BFA9}"/>
    <dgm:cxn modelId="{59EC8870-01FE-47F5-89E3-6D4AF8CEEAE6}" type="presOf" srcId="{2A7634A3-4589-471D-AA2C-94F58083569C}" destId="{80E2621F-232D-4283-B22E-ED5697CB8AD6}" srcOrd="0" destOrd="0" presId="urn:microsoft.com/office/officeart/2018/2/layout/IconVerticalSolidList"/>
    <dgm:cxn modelId="{E7CA9B79-E728-44E2-9C1E-C7A5B8F1A3D1}" type="presOf" srcId="{B8575EA9-0D4D-439C-81B9-0A7204FCBD01}" destId="{24301DE4-FB8E-452B-A856-B5A8AC3C1FBC}" srcOrd="0" destOrd="0" presId="urn:microsoft.com/office/officeart/2018/2/layout/IconVerticalSolidList"/>
    <dgm:cxn modelId="{C038EF7A-AD4A-4CAB-9A66-6DBFFE9D2131}" srcId="{F47AC390-85D4-49BF-9063-4C65D6623337}" destId="{2A7634A3-4589-471D-AA2C-94F58083569C}" srcOrd="2" destOrd="0" parTransId="{EEF76B46-5211-41CD-BD5F-05E7139E0182}" sibTransId="{64A38B0B-EDE5-4242-937E-A0E98A1657C0}"/>
    <dgm:cxn modelId="{45F966A2-3E8A-4C96-9813-DE830F6CE734}" type="presOf" srcId="{C3395636-796B-4FD3-ACCE-0D1F9A06A399}" destId="{C6D26370-8D51-43DF-8422-A7054231ADB5}" srcOrd="0" destOrd="0" presId="urn:microsoft.com/office/officeart/2018/2/layout/IconVerticalSolidList"/>
    <dgm:cxn modelId="{64C619A8-9C42-4A92-8DAD-B83C2AF3FFED}" srcId="{F47AC390-85D4-49BF-9063-4C65D6623337}" destId="{C3395636-796B-4FD3-ACCE-0D1F9A06A399}" srcOrd="1" destOrd="0" parTransId="{6F11175F-7474-40CD-B324-04FFB6ED2BED}" sibTransId="{0DAA02C7-7CD7-4B22-9673-A9F81C237B24}"/>
    <dgm:cxn modelId="{526754AE-5BC1-4230-965B-26954600CA81}" srcId="{F47AC390-85D4-49BF-9063-4C65D6623337}" destId="{B8575EA9-0D4D-439C-81B9-0A7204FCBD01}" srcOrd="0" destOrd="0" parTransId="{07802C0F-3F2C-4949-9428-143268151C4E}" sibTransId="{5492B4BA-70D8-419A-A91B-D1167475251D}"/>
    <dgm:cxn modelId="{E1A00ADF-A555-497D-BAD8-E107871F086C}" type="presOf" srcId="{AC430121-DBA6-4920-8EBE-6B2F13AF3C60}" destId="{737A49C8-95BD-4432-BC08-7A18D125BF23}" srcOrd="0" destOrd="0" presId="urn:microsoft.com/office/officeart/2018/2/layout/IconVerticalSolidList"/>
    <dgm:cxn modelId="{A0D743F5-9397-4E28-BCD1-43BEA4C13F6C}" type="presOf" srcId="{F47AC390-85D4-49BF-9063-4C65D6623337}" destId="{EAD314D8-4674-4BE9-B03C-6F9312BFA855}" srcOrd="0" destOrd="0" presId="urn:microsoft.com/office/officeart/2018/2/layout/IconVerticalSolidList"/>
    <dgm:cxn modelId="{E982BCF4-0EF6-4808-B11E-C029233D7798}" type="presParOf" srcId="{EAD314D8-4674-4BE9-B03C-6F9312BFA855}" destId="{4B26C103-DD46-41F9-BACC-CEFEF2435A0A}" srcOrd="0" destOrd="0" presId="urn:microsoft.com/office/officeart/2018/2/layout/IconVerticalSolidList"/>
    <dgm:cxn modelId="{E783549A-C777-41C7-89CC-E7F386861B80}" type="presParOf" srcId="{4B26C103-DD46-41F9-BACC-CEFEF2435A0A}" destId="{4A750E91-8412-46D9-A072-073EB0EF4B19}" srcOrd="0" destOrd="0" presId="urn:microsoft.com/office/officeart/2018/2/layout/IconVerticalSolidList"/>
    <dgm:cxn modelId="{0EE17645-FD37-4B41-9A27-69A291F4043B}" type="presParOf" srcId="{4B26C103-DD46-41F9-BACC-CEFEF2435A0A}" destId="{7A98881C-E873-4AFC-83ED-BD8BC59F1F46}" srcOrd="1" destOrd="0" presId="urn:microsoft.com/office/officeart/2018/2/layout/IconVerticalSolidList"/>
    <dgm:cxn modelId="{1B10164E-4E17-437C-96AC-D34CCBE716D2}" type="presParOf" srcId="{4B26C103-DD46-41F9-BACC-CEFEF2435A0A}" destId="{D051B8F7-AE57-48A5-A0C5-16EDEF075644}" srcOrd="2" destOrd="0" presId="urn:microsoft.com/office/officeart/2018/2/layout/IconVerticalSolidList"/>
    <dgm:cxn modelId="{4DCFF18B-DC55-4E69-8C75-3C73A276DC24}" type="presParOf" srcId="{4B26C103-DD46-41F9-BACC-CEFEF2435A0A}" destId="{24301DE4-FB8E-452B-A856-B5A8AC3C1FBC}" srcOrd="3" destOrd="0" presId="urn:microsoft.com/office/officeart/2018/2/layout/IconVerticalSolidList"/>
    <dgm:cxn modelId="{B075D7AE-B257-4CEB-A5A0-BF9D2CBD15AF}" type="presParOf" srcId="{EAD314D8-4674-4BE9-B03C-6F9312BFA855}" destId="{6BF268E2-0BFC-4746-BE00-2932131E53D9}" srcOrd="1" destOrd="0" presId="urn:microsoft.com/office/officeart/2018/2/layout/IconVerticalSolidList"/>
    <dgm:cxn modelId="{F746E6D2-99AD-4CF1-86A7-FA2993812599}" type="presParOf" srcId="{EAD314D8-4674-4BE9-B03C-6F9312BFA855}" destId="{6530181D-CE5A-4EAA-B5AE-FE3CC52FA2B5}" srcOrd="2" destOrd="0" presId="urn:microsoft.com/office/officeart/2018/2/layout/IconVerticalSolidList"/>
    <dgm:cxn modelId="{C208DDEE-06D6-4D54-9323-063D10B53C9B}" type="presParOf" srcId="{6530181D-CE5A-4EAA-B5AE-FE3CC52FA2B5}" destId="{1E88DE08-D15D-42F6-9C95-D8E4FF444F2C}" srcOrd="0" destOrd="0" presId="urn:microsoft.com/office/officeart/2018/2/layout/IconVerticalSolidList"/>
    <dgm:cxn modelId="{4E350E42-0B9F-486D-854B-7BC245EA1237}" type="presParOf" srcId="{6530181D-CE5A-4EAA-B5AE-FE3CC52FA2B5}" destId="{8D71A001-FC39-40B5-87C6-266434685C1D}" srcOrd="1" destOrd="0" presId="urn:microsoft.com/office/officeart/2018/2/layout/IconVerticalSolidList"/>
    <dgm:cxn modelId="{C4048DD8-6024-4BA3-BD87-E91A4F99CF31}" type="presParOf" srcId="{6530181D-CE5A-4EAA-B5AE-FE3CC52FA2B5}" destId="{47039595-DDAE-45E5-B69A-8D86D7183C7E}" srcOrd="2" destOrd="0" presId="urn:microsoft.com/office/officeart/2018/2/layout/IconVerticalSolidList"/>
    <dgm:cxn modelId="{40042671-93B6-4E7E-AFAE-268692A7572A}" type="presParOf" srcId="{6530181D-CE5A-4EAA-B5AE-FE3CC52FA2B5}" destId="{C6D26370-8D51-43DF-8422-A7054231ADB5}" srcOrd="3" destOrd="0" presId="urn:microsoft.com/office/officeart/2018/2/layout/IconVerticalSolidList"/>
    <dgm:cxn modelId="{6D576AC6-2988-4285-BC84-7A1D4DDD7803}" type="presParOf" srcId="{EAD314D8-4674-4BE9-B03C-6F9312BFA855}" destId="{79D8924D-29BF-4E19-A0A5-9E0F7D2AE2A2}" srcOrd="3" destOrd="0" presId="urn:microsoft.com/office/officeart/2018/2/layout/IconVerticalSolidList"/>
    <dgm:cxn modelId="{FFB44E73-8C4C-4735-9FB6-2EAD46A087BB}" type="presParOf" srcId="{EAD314D8-4674-4BE9-B03C-6F9312BFA855}" destId="{CC4EAAAC-00FF-4946-B28C-7FBF2402A2C5}" srcOrd="4" destOrd="0" presId="urn:microsoft.com/office/officeart/2018/2/layout/IconVerticalSolidList"/>
    <dgm:cxn modelId="{7F4EFF7C-143E-4306-B948-A1E4C930848A}" type="presParOf" srcId="{CC4EAAAC-00FF-4946-B28C-7FBF2402A2C5}" destId="{BD49E139-8E01-4298-83DA-144602DCD3CC}" srcOrd="0" destOrd="0" presId="urn:microsoft.com/office/officeart/2018/2/layout/IconVerticalSolidList"/>
    <dgm:cxn modelId="{940D2797-1C0B-4CB9-99C5-F8048CE1689E}" type="presParOf" srcId="{CC4EAAAC-00FF-4946-B28C-7FBF2402A2C5}" destId="{C4C9E4DC-C43C-4CD7-B473-E9A0D8C05392}" srcOrd="1" destOrd="0" presId="urn:microsoft.com/office/officeart/2018/2/layout/IconVerticalSolidList"/>
    <dgm:cxn modelId="{6A31D56D-F477-40CD-8F96-BF52B5E73C23}" type="presParOf" srcId="{CC4EAAAC-00FF-4946-B28C-7FBF2402A2C5}" destId="{23C46A2C-9CB8-4606-9B47-AB2DDB3486B9}" srcOrd="2" destOrd="0" presId="urn:microsoft.com/office/officeart/2018/2/layout/IconVerticalSolidList"/>
    <dgm:cxn modelId="{7BD08D65-75C9-4427-A3F7-43F5519B7B5D}" type="presParOf" srcId="{CC4EAAAC-00FF-4946-B28C-7FBF2402A2C5}" destId="{80E2621F-232D-4283-B22E-ED5697CB8AD6}" srcOrd="3" destOrd="0" presId="urn:microsoft.com/office/officeart/2018/2/layout/IconVerticalSolidList"/>
    <dgm:cxn modelId="{FDFDC771-4205-4EA8-9BEB-F821E6D0FF6E}" type="presParOf" srcId="{EAD314D8-4674-4BE9-B03C-6F9312BFA855}" destId="{3E2F66F6-9285-4330-AC25-500EDE10D23F}" srcOrd="5" destOrd="0" presId="urn:microsoft.com/office/officeart/2018/2/layout/IconVerticalSolidList"/>
    <dgm:cxn modelId="{C2CE969A-3A88-4148-A351-B50FAE3AC48E}" type="presParOf" srcId="{EAD314D8-4674-4BE9-B03C-6F9312BFA855}" destId="{49E6102E-9DD0-4C27-973A-C01AE4980A83}" srcOrd="6" destOrd="0" presId="urn:microsoft.com/office/officeart/2018/2/layout/IconVerticalSolidList"/>
    <dgm:cxn modelId="{C837B7C6-DCEC-46E8-9030-88E40ADFACEA}" type="presParOf" srcId="{49E6102E-9DD0-4C27-973A-C01AE4980A83}" destId="{B58320A6-A54C-45F5-A055-D3DF7F050FD2}" srcOrd="0" destOrd="0" presId="urn:microsoft.com/office/officeart/2018/2/layout/IconVerticalSolidList"/>
    <dgm:cxn modelId="{2D47C13E-87A4-47F4-BA61-4A5B99E1861E}" type="presParOf" srcId="{49E6102E-9DD0-4C27-973A-C01AE4980A83}" destId="{37D35FC5-FFF0-41B8-96A2-D47652B33EC3}" srcOrd="1" destOrd="0" presId="urn:microsoft.com/office/officeart/2018/2/layout/IconVerticalSolidList"/>
    <dgm:cxn modelId="{C3B6FBBA-40AC-4382-977F-D2576C980714}" type="presParOf" srcId="{49E6102E-9DD0-4C27-973A-C01AE4980A83}" destId="{073FFBB7-89A9-4E60-94F3-DF63A053E836}" srcOrd="2" destOrd="0" presId="urn:microsoft.com/office/officeart/2018/2/layout/IconVerticalSolidList"/>
    <dgm:cxn modelId="{CD39A515-FB84-4F18-9FF6-F4C084BC770D}" type="presParOf" srcId="{49E6102E-9DD0-4C27-973A-C01AE4980A83}" destId="{737A49C8-95BD-4432-BC08-7A18D125BF2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47AC390-85D4-49BF-9063-4C65D662333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8575EA9-0D4D-439C-81B9-0A7204FCBD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1: Frontend prototype + mock API</a:t>
          </a:r>
        </a:p>
      </dgm:t>
    </dgm:pt>
    <dgm:pt modelId="{07802C0F-3F2C-4949-9428-143268151C4E}" type="parTrans" cxnId="{526754AE-5BC1-4230-965B-26954600CA81}">
      <dgm:prSet/>
      <dgm:spPr/>
      <dgm:t>
        <a:bodyPr/>
        <a:lstStyle/>
        <a:p>
          <a:endParaRPr lang="en-US"/>
        </a:p>
      </dgm:t>
    </dgm:pt>
    <dgm:pt modelId="{5492B4BA-70D8-419A-A91B-D1167475251D}" type="sibTrans" cxnId="{526754AE-5BC1-4230-965B-26954600CA81}">
      <dgm:prSet/>
      <dgm:spPr/>
      <dgm:t>
        <a:bodyPr/>
        <a:lstStyle/>
        <a:p>
          <a:endParaRPr lang="en-US"/>
        </a:p>
      </dgm:t>
    </dgm:pt>
    <dgm:pt modelId="{C3395636-796B-4FD3-ACCE-0D1F9A06A3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2: Real backend + persistence + async jobs</a:t>
          </a:r>
        </a:p>
      </dgm:t>
    </dgm:pt>
    <dgm:pt modelId="{6F11175F-7474-40CD-B324-04FFB6ED2BED}" type="parTrans" cxnId="{64C619A8-9C42-4A92-8DAD-B83C2AF3FFED}">
      <dgm:prSet/>
      <dgm:spPr/>
      <dgm:t>
        <a:bodyPr/>
        <a:lstStyle/>
        <a:p>
          <a:endParaRPr lang="en-US"/>
        </a:p>
      </dgm:t>
    </dgm:pt>
    <dgm:pt modelId="{0DAA02C7-7CD7-4B22-9673-A9F81C237B24}" type="sibTrans" cxnId="{64C619A8-9C42-4A92-8DAD-B83C2AF3FFED}">
      <dgm:prSet/>
      <dgm:spPr/>
      <dgm:t>
        <a:bodyPr/>
        <a:lstStyle/>
        <a:p>
          <a:endParaRPr lang="en-US"/>
        </a:p>
      </dgm:t>
    </dgm:pt>
    <dgm:pt modelId="{2A7634A3-4589-471D-AA2C-94F5808356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3: security hardening + HTTPS + admin auth</a:t>
          </a:r>
        </a:p>
      </dgm:t>
    </dgm:pt>
    <dgm:pt modelId="{EEF76B46-5211-41CD-BD5F-05E7139E0182}" type="parTrans" cxnId="{C038EF7A-AD4A-4CAB-9A66-6DBFFE9D2131}">
      <dgm:prSet/>
      <dgm:spPr/>
      <dgm:t>
        <a:bodyPr/>
        <a:lstStyle/>
        <a:p>
          <a:endParaRPr lang="en-US"/>
        </a:p>
      </dgm:t>
    </dgm:pt>
    <dgm:pt modelId="{64A38B0B-EDE5-4242-937E-A0E98A1657C0}" type="sibTrans" cxnId="{C038EF7A-AD4A-4CAB-9A66-6DBFFE9D2131}">
      <dgm:prSet/>
      <dgm:spPr/>
      <dgm:t>
        <a:bodyPr/>
        <a:lstStyle/>
        <a:p>
          <a:endParaRPr lang="en-US"/>
        </a:p>
      </dgm:t>
    </dgm:pt>
    <dgm:pt modelId="{AC430121-DBA6-4920-8EBE-6B2F13AF3C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4: segmentation + multi-user ownership controls</a:t>
          </a:r>
        </a:p>
      </dgm:t>
    </dgm:pt>
    <dgm:pt modelId="{1006A603-E84F-45F9-81D6-64913442BBD9}" type="parTrans" cxnId="{D004C00B-870E-4E90-A76D-3278B8B11050}">
      <dgm:prSet/>
      <dgm:spPr/>
      <dgm:t>
        <a:bodyPr/>
        <a:lstStyle/>
        <a:p>
          <a:endParaRPr lang="en-US"/>
        </a:p>
      </dgm:t>
    </dgm:pt>
    <dgm:pt modelId="{E94FE7FC-F721-40B1-A8BE-6006AC85BFA9}" type="sibTrans" cxnId="{D004C00B-870E-4E90-A76D-3278B8B11050}">
      <dgm:prSet/>
      <dgm:spPr/>
      <dgm:t>
        <a:bodyPr/>
        <a:lstStyle/>
        <a:p>
          <a:endParaRPr lang="en-US"/>
        </a:p>
      </dgm:t>
    </dgm:pt>
    <dgm:pt modelId="{EAD314D8-4674-4BE9-B03C-6F9312BFA855}" type="pres">
      <dgm:prSet presAssocID="{F47AC390-85D4-49BF-9063-4C65D6623337}" presName="root" presStyleCnt="0">
        <dgm:presLayoutVars>
          <dgm:dir/>
          <dgm:resizeHandles val="exact"/>
        </dgm:presLayoutVars>
      </dgm:prSet>
      <dgm:spPr/>
    </dgm:pt>
    <dgm:pt modelId="{4B26C103-DD46-41F9-BACC-CEFEF2435A0A}" type="pres">
      <dgm:prSet presAssocID="{B8575EA9-0D4D-439C-81B9-0A7204FCBD01}" presName="compNode" presStyleCnt="0"/>
      <dgm:spPr/>
    </dgm:pt>
    <dgm:pt modelId="{4A750E91-8412-46D9-A072-073EB0EF4B19}" type="pres">
      <dgm:prSet presAssocID="{B8575EA9-0D4D-439C-81B9-0A7204FCBD01}" presName="bgRect" presStyleLbl="bgShp" presStyleIdx="0" presStyleCnt="4"/>
      <dgm:spPr/>
    </dgm:pt>
    <dgm:pt modelId="{7A98881C-E873-4AFC-83ED-BD8BC59F1F46}" type="pres">
      <dgm:prSet presAssocID="{B8575EA9-0D4D-439C-81B9-0A7204FCBD0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051B8F7-AE57-48A5-A0C5-16EDEF075644}" type="pres">
      <dgm:prSet presAssocID="{B8575EA9-0D4D-439C-81B9-0A7204FCBD01}" presName="spaceRect" presStyleCnt="0"/>
      <dgm:spPr/>
    </dgm:pt>
    <dgm:pt modelId="{24301DE4-FB8E-452B-A856-B5A8AC3C1FBC}" type="pres">
      <dgm:prSet presAssocID="{B8575EA9-0D4D-439C-81B9-0A7204FCBD01}" presName="parTx" presStyleLbl="revTx" presStyleIdx="0" presStyleCnt="4">
        <dgm:presLayoutVars>
          <dgm:chMax val="0"/>
          <dgm:chPref val="0"/>
        </dgm:presLayoutVars>
      </dgm:prSet>
      <dgm:spPr/>
    </dgm:pt>
    <dgm:pt modelId="{6BF268E2-0BFC-4746-BE00-2932131E53D9}" type="pres">
      <dgm:prSet presAssocID="{5492B4BA-70D8-419A-A91B-D1167475251D}" presName="sibTrans" presStyleCnt="0"/>
      <dgm:spPr/>
    </dgm:pt>
    <dgm:pt modelId="{6530181D-CE5A-4EAA-B5AE-FE3CC52FA2B5}" type="pres">
      <dgm:prSet presAssocID="{C3395636-796B-4FD3-ACCE-0D1F9A06A399}" presName="compNode" presStyleCnt="0"/>
      <dgm:spPr/>
    </dgm:pt>
    <dgm:pt modelId="{1E88DE08-D15D-42F6-9C95-D8E4FF444F2C}" type="pres">
      <dgm:prSet presAssocID="{C3395636-796B-4FD3-ACCE-0D1F9A06A399}" presName="bgRect" presStyleLbl="bgShp" presStyleIdx="1" presStyleCnt="4"/>
      <dgm:spPr/>
    </dgm:pt>
    <dgm:pt modelId="{8D71A001-FC39-40B5-87C6-266434685C1D}" type="pres">
      <dgm:prSet presAssocID="{C3395636-796B-4FD3-ACCE-0D1F9A06A39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7039595-DDAE-45E5-B69A-8D86D7183C7E}" type="pres">
      <dgm:prSet presAssocID="{C3395636-796B-4FD3-ACCE-0D1F9A06A399}" presName="spaceRect" presStyleCnt="0"/>
      <dgm:spPr/>
    </dgm:pt>
    <dgm:pt modelId="{C6D26370-8D51-43DF-8422-A7054231ADB5}" type="pres">
      <dgm:prSet presAssocID="{C3395636-796B-4FD3-ACCE-0D1F9A06A399}" presName="parTx" presStyleLbl="revTx" presStyleIdx="1" presStyleCnt="4">
        <dgm:presLayoutVars>
          <dgm:chMax val="0"/>
          <dgm:chPref val="0"/>
        </dgm:presLayoutVars>
      </dgm:prSet>
      <dgm:spPr/>
    </dgm:pt>
    <dgm:pt modelId="{79D8924D-29BF-4E19-A0A5-9E0F7D2AE2A2}" type="pres">
      <dgm:prSet presAssocID="{0DAA02C7-7CD7-4B22-9673-A9F81C237B24}" presName="sibTrans" presStyleCnt="0"/>
      <dgm:spPr/>
    </dgm:pt>
    <dgm:pt modelId="{CC4EAAAC-00FF-4946-B28C-7FBF2402A2C5}" type="pres">
      <dgm:prSet presAssocID="{2A7634A3-4589-471D-AA2C-94F58083569C}" presName="compNode" presStyleCnt="0"/>
      <dgm:spPr/>
    </dgm:pt>
    <dgm:pt modelId="{BD49E139-8E01-4298-83DA-144602DCD3CC}" type="pres">
      <dgm:prSet presAssocID="{2A7634A3-4589-471D-AA2C-94F58083569C}" presName="bgRect" presStyleLbl="bgShp" presStyleIdx="2" presStyleCnt="4"/>
      <dgm:spPr/>
    </dgm:pt>
    <dgm:pt modelId="{C4C9E4DC-C43C-4CD7-B473-E9A0D8C05392}" type="pres">
      <dgm:prSet presAssocID="{2A7634A3-4589-471D-AA2C-94F58083569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3C46A2C-9CB8-4606-9B47-AB2DDB3486B9}" type="pres">
      <dgm:prSet presAssocID="{2A7634A3-4589-471D-AA2C-94F58083569C}" presName="spaceRect" presStyleCnt="0"/>
      <dgm:spPr/>
    </dgm:pt>
    <dgm:pt modelId="{80E2621F-232D-4283-B22E-ED5697CB8AD6}" type="pres">
      <dgm:prSet presAssocID="{2A7634A3-4589-471D-AA2C-94F58083569C}" presName="parTx" presStyleLbl="revTx" presStyleIdx="2" presStyleCnt="4">
        <dgm:presLayoutVars>
          <dgm:chMax val="0"/>
          <dgm:chPref val="0"/>
        </dgm:presLayoutVars>
      </dgm:prSet>
      <dgm:spPr/>
    </dgm:pt>
    <dgm:pt modelId="{3E2F66F6-9285-4330-AC25-500EDE10D23F}" type="pres">
      <dgm:prSet presAssocID="{64A38B0B-EDE5-4242-937E-A0E98A1657C0}" presName="sibTrans" presStyleCnt="0"/>
      <dgm:spPr/>
    </dgm:pt>
    <dgm:pt modelId="{49E6102E-9DD0-4C27-973A-C01AE4980A83}" type="pres">
      <dgm:prSet presAssocID="{AC430121-DBA6-4920-8EBE-6B2F13AF3C60}" presName="compNode" presStyleCnt="0"/>
      <dgm:spPr/>
    </dgm:pt>
    <dgm:pt modelId="{B58320A6-A54C-45F5-A055-D3DF7F050FD2}" type="pres">
      <dgm:prSet presAssocID="{AC430121-DBA6-4920-8EBE-6B2F13AF3C60}" presName="bgRect" presStyleLbl="bgShp" presStyleIdx="3" presStyleCnt="4"/>
      <dgm:spPr/>
    </dgm:pt>
    <dgm:pt modelId="{37D35FC5-FFF0-41B8-96A2-D47652B33EC3}" type="pres">
      <dgm:prSet presAssocID="{AC430121-DBA6-4920-8EBE-6B2F13AF3C6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073FFBB7-89A9-4E60-94F3-DF63A053E836}" type="pres">
      <dgm:prSet presAssocID="{AC430121-DBA6-4920-8EBE-6B2F13AF3C60}" presName="spaceRect" presStyleCnt="0"/>
      <dgm:spPr/>
    </dgm:pt>
    <dgm:pt modelId="{737A49C8-95BD-4432-BC08-7A18D125BF23}" type="pres">
      <dgm:prSet presAssocID="{AC430121-DBA6-4920-8EBE-6B2F13AF3C6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004C00B-870E-4E90-A76D-3278B8B11050}" srcId="{F47AC390-85D4-49BF-9063-4C65D6623337}" destId="{AC430121-DBA6-4920-8EBE-6B2F13AF3C60}" srcOrd="3" destOrd="0" parTransId="{1006A603-E84F-45F9-81D6-64913442BBD9}" sibTransId="{E94FE7FC-F721-40B1-A8BE-6006AC85BFA9}"/>
    <dgm:cxn modelId="{59EC8870-01FE-47F5-89E3-6D4AF8CEEAE6}" type="presOf" srcId="{2A7634A3-4589-471D-AA2C-94F58083569C}" destId="{80E2621F-232D-4283-B22E-ED5697CB8AD6}" srcOrd="0" destOrd="0" presId="urn:microsoft.com/office/officeart/2018/2/layout/IconVerticalSolidList"/>
    <dgm:cxn modelId="{E7CA9B79-E728-44E2-9C1E-C7A5B8F1A3D1}" type="presOf" srcId="{B8575EA9-0D4D-439C-81B9-0A7204FCBD01}" destId="{24301DE4-FB8E-452B-A856-B5A8AC3C1FBC}" srcOrd="0" destOrd="0" presId="urn:microsoft.com/office/officeart/2018/2/layout/IconVerticalSolidList"/>
    <dgm:cxn modelId="{C038EF7A-AD4A-4CAB-9A66-6DBFFE9D2131}" srcId="{F47AC390-85D4-49BF-9063-4C65D6623337}" destId="{2A7634A3-4589-471D-AA2C-94F58083569C}" srcOrd="2" destOrd="0" parTransId="{EEF76B46-5211-41CD-BD5F-05E7139E0182}" sibTransId="{64A38B0B-EDE5-4242-937E-A0E98A1657C0}"/>
    <dgm:cxn modelId="{45F966A2-3E8A-4C96-9813-DE830F6CE734}" type="presOf" srcId="{C3395636-796B-4FD3-ACCE-0D1F9A06A399}" destId="{C6D26370-8D51-43DF-8422-A7054231ADB5}" srcOrd="0" destOrd="0" presId="urn:microsoft.com/office/officeart/2018/2/layout/IconVerticalSolidList"/>
    <dgm:cxn modelId="{64C619A8-9C42-4A92-8DAD-B83C2AF3FFED}" srcId="{F47AC390-85D4-49BF-9063-4C65D6623337}" destId="{C3395636-796B-4FD3-ACCE-0D1F9A06A399}" srcOrd="1" destOrd="0" parTransId="{6F11175F-7474-40CD-B324-04FFB6ED2BED}" sibTransId="{0DAA02C7-7CD7-4B22-9673-A9F81C237B24}"/>
    <dgm:cxn modelId="{526754AE-5BC1-4230-965B-26954600CA81}" srcId="{F47AC390-85D4-49BF-9063-4C65D6623337}" destId="{B8575EA9-0D4D-439C-81B9-0A7204FCBD01}" srcOrd="0" destOrd="0" parTransId="{07802C0F-3F2C-4949-9428-143268151C4E}" sibTransId="{5492B4BA-70D8-419A-A91B-D1167475251D}"/>
    <dgm:cxn modelId="{E1A00ADF-A555-497D-BAD8-E107871F086C}" type="presOf" srcId="{AC430121-DBA6-4920-8EBE-6B2F13AF3C60}" destId="{737A49C8-95BD-4432-BC08-7A18D125BF23}" srcOrd="0" destOrd="0" presId="urn:microsoft.com/office/officeart/2018/2/layout/IconVerticalSolidList"/>
    <dgm:cxn modelId="{A0D743F5-9397-4E28-BCD1-43BEA4C13F6C}" type="presOf" srcId="{F47AC390-85D4-49BF-9063-4C65D6623337}" destId="{EAD314D8-4674-4BE9-B03C-6F9312BFA855}" srcOrd="0" destOrd="0" presId="urn:microsoft.com/office/officeart/2018/2/layout/IconVerticalSolidList"/>
    <dgm:cxn modelId="{E982BCF4-0EF6-4808-B11E-C029233D7798}" type="presParOf" srcId="{EAD314D8-4674-4BE9-B03C-6F9312BFA855}" destId="{4B26C103-DD46-41F9-BACC-CEFEF2435A0A}" srcOrd="0" destOrd="0" presId="urn:microsoft.com/office/officeart/2018/2/layout/IconVerticalSolidList"/>
    <dgm:cxn modelId="{E783549A-C777-41C7-89CC-E7F386861B80}" type="presParOf" srcId="{4B26C103-DD46-41F9-BACC-CEFEF2435A0A}" destId="{4A750E91-8412-46D9-A072-073EB0EF4B19}" srcOrd="0" destOrd="0" presId="urn:microsoft.com/office/officeart/2018/2/layout/IconVerticalSolidList"/>
    <dgm:cxn modelId="{0EE17645-FD37-4B41-9A27-69A291F4043B}" type="presParOf" srcId="{4B26C103-DD46-41F9-BACC-CEFEF2435A0A}" destId="{7A98881C-E873-4AFC-83ED-BD8BC59F1F46}" srcOrd="1" destOrd="0" presId="urn:microsoft.com/office/officeart/2018/2/layout/IconVerticalSolidList"/>
    <dgm:cxn modelId="{1B10164E-4E17-437C-96AC-D34CCBE716D2}" type="presParOf" srcId="{4B26C103-DD46-41F9-BACC-CEFEF2435A0A}" destId="{D051B8F7-AE57-48A5-A0C5-16EDEF075644}" srcOrd="2" destOrd="0" presId="urn:microsoft.com/office/officeart/2018/2/layout/IconVerticalSolidList"/>
    <dgm:cxn modelId="{4DCFF18B-DC55-4E69-8C75-3C73A276DC24}" type="presParOf" srcId="{4B26C103-DD46-41F9-BACC-CEFEF2435A0A}" destId="{24301DE4-FB8E-452B-A856-B5A8AC3C1FBC}" srcOrd="3" destOrd="0" presId="urn:microsoft.com/office/officeart/2018/2/layout/IconVerticalSolidList"/>
    <dgm:cxn modelId="{B075D7AE-B257-4CEB-A5A0-BF9D2CBD15AF}" type="presParOf" srcId="{EAD314D8-4674-4BE9-B03C-6F9312BFA855}" destId="{6BF268E2-0BFC-4746-BE00-2932131E53D9}" srcOrd="1" destOrd="0" presId="urn:microsoft.com/office/officeart/2018/2/layout/IconVerticalSolidList"/>
    <dgm:cxn modelId="{F746E6D2-99AD-4CF1-86A7-FA2993812599}" type="presParOf" srcId="{EAD314D8-4674-4BE9-B03C-6F9312BFA855}" destId="{6530181D-CE5A-4EAA-B5AE-FE3CC52FA2B5}" srcOrd="2" destOrd="0" presId="urn:microsoft.com/office/officeart/2018/2/layout/IconVerticalSolidList"/>
    <dgm:cxn modelId="{C208DDEE-06D6-4D54-9323-063D10B53C9B}" type="presParOf" srcId="{6530181D-CE5A-4EAA-B5AE-FE3CC52FA2B5}" destId="{1E88DE08-D15D-42F6-9C95-D8E4FF444F2C}" srcOrd="0" destOrd="0" presId="urn:microsoft.com/office/officeart/2018/2/layout/IconVerticalSolidList"/>
    <dgm:cxn modelId="{4E350E42-0B9F-486D-854B-7BC245EA1237}" type="presParOf" srcId="{6530181D-CE5A-4EAA-B5AE-FE3CC52FA2B5}" destId="{8D71A001-FC39-40B5-87C6-266434685C1D}" srcOrd="1" destOrd="0" presId="urn:microsoft.com/office/officeart/2018/2/layout/IconVerticalSolidList"/>
    <dgm:cxn modelId="{C4048DD8-6024-4BA3-BD87-E91A4F99CF31}" type="presParOf" srcId="{6530181D-CE5A-4EAA-B5AE-FE3CC52FA2B5}" destId="{47039595-DDAE-45E5-B69A-8D86D7183C7E}" srcOrd="2" destOrd="0" presId="urn:microsoft.com/office/officeart/2018/2/layout/IconVerticalSolidList"/>
    <dgm:cxn modelId="{40042671-93B6-4E7E-AFAE-268692A7572A}" type="presParOf" srcId="{6530181D-CE5A-4EAA-B5AE-FE3CC52FA2B5}" destId="{C6D26370-8D51-43DF-8422-A7054231ADB5}" srcOrd="3" destOrd="0" presId="urn:microsoft.com/office/officeart/2018/2/layout/IconVerticalSolidList"/>
    <dgm:cxn modelId="{6D576AC6-2988-4285-BC84-7A1D4DDD7803}" type="presParOf" srcId="{EAD314D8-4674-4BE9-B03C-6F9312BFA855}" destId="{79D8924D-29BF-4E19-A0A5-9E0F7D2AE2A2}" srcOrd="3" destOrd="0" presId="urn:microsoft.com/office/officeart/2018/2/layout/IconVerticalSolidList"/>
    <dgm:cxn modelId="{FFB44E73-8C4C-4735-9FB6-2EAD46A087BB}" type="presParOf" srcId="{EAD314D8-4674-4BE9-B03C-6F9312BFA855}" destId="{CC4EAAAC-00FF-4946-B28C-7FBF2402A2C5}" srcOrd="4" destOrd="0" presId="urn:microsoft.com/office/officeart/2018/2/layout/IconVerticalSolidList"/>
    <dgm:cxn modelId="{7F4EFF7C-143E-4306-B948-A1E4C930848A}" type="presParOf" srcId="{CC4EAAAC-00FF-4946-B28C-7FBF2402A2C5}" destId="{BD49E139-8E01-4298-83DA-144602DCD3CC}" srcOrd="0" destOrd="0" presId="urn:microsoft.com/office/officeart/2018/2/layout/IconVerticalSolidList"/>
    <dgm:cxn modelId="{940D2797-1C0B-4CB9-99C5-F8048CE1689E}" type="presParOf" srcId="{CC4EAAAC-00FF-4946-B28C-7FBF2402A2C5}" destId="{C4C9E4DC-C43C-4CD7-B473-E9A0D8C05392}" srcOrd="1" destOrd="0" presId="urn:microsoft.com/office/officeart/2018/2/layout/IconVerticalSolidList"/>
    <dgm:cxn modelId="{6A31D56D-F477-40CD-8F96-BF52B5E73C23}" type="presParOf" srcId="{CC4EAAAC-00FF-4946-B28C-7FBF2402A2C5}" destId="{23C46A2C-9CB8-4606-9B47-AB2DDB3486B9}" srcOrd="2" destOrd="0" presId="urn:microsoft.com/office/officeart/2018/2/layout/IconVerticalSolidList"/>
    <dgm:cxn modelId="{7BD08D65-75C9-4427-A3F7-43F5519B7B5D}" type="presParOf" srcId="{CC4EAAAC-00FF-4946-B28C-7FBF2402A2C5}" destId="{80E2621F-232D-4283-B22E-ED5697CB8AD6}" srcOrd="3" destOrd="0" presId="urn:microsoft.com/office/officeart/2018/2/layout/IconVerticalSolidList"/>
    <dgm:cxn modelId="{FDFDC771-4205-4EA8-9BEB-F821E6D0FF6E}" type="presParOf" srcId="{EAD314D8-4674-4BE9-B03C-6F9312BFA855}" destId="{3E2F66F6-9285-4330-AC25-500EDE10D23F}" srcOrd="5" destOrd="0" presId="urn:microsoft.com/office/officeart/2018/2/layout/IconVerticalSolidList"/>
    <dgm:cxn modelId="{C2CE969A-3A88-4148-A351-B50FAE3AC48E}" type="presParOf" srcId="{EAD314D8-4674-4BE9-B03C-6F9312BFA855}" destId="{49E6102E-9DD0-4C27-973A-C01AE4980A83}" srcOrd="6" destOrd="0" presId="urn:microsoft.com/office/officeart/2018/2/layout/IconVerticalSolidList"/>
    <dgm:cxn modelId="{C837B7C6-DCEC-46E8-9030-88E40ADFACEA}" type="presParOf" srcId="{49E6102E-9DD0-4C27-973A-C01AE4980A83}" destId="{B58320A6-A54C-45F5-A055-D3DF7F050FD2}" srcOrd="0" destOrd="0" presId="urn:microsoft.com/office/officeart/2018/2/layout/IconVerticalSolidList"/>
    <dgm:cxn modelId="{2D47C13E-87A4-47F4-BA61-4A5B99E1861E}" type="presParOf" srcId="{49E6102E-9DD0-4C27-973A-C01AE4980A83}" destId="{37D35FC5-FFF0-41B8-96A2-D47652B33EC3}" srcOrd="1" destOrd="0" presId="urn:microsoft.com/office/officeart/2018/2/layout/IconVerticalSolidList"/>
    <dgm:cxn modelId="{C3B6FBBA-40AC-4382-977F-D2576C980714}" type="presParOf" srcId="{49E6102E-9DD0-4C27-973A-C01AE4980A83}" destId="{073FFBB7-89A9-4E60-94F3-DF63A053E836}" srcOrd="2" destOrd="0" presId="urn:microsoft.com/office/officeart/2018/2/layout/IconVerticalSolidList"/>
    <dgm:cxn modelId="{CD39A515-FB84-4F18-9FF6-F4C084BC770D}" type="presParOf" srcId="{49E6102E-9DD0-4C27-973A-C01AE4980A83}" destId="{737A49C8-95BD-4432-BC08-7A18D125BF2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47AC390-85D4-49BF-9063-4C65D662333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8575EA9-0D4D-439C-81B9-0A7204FCBD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1: Frontend prototype + mock API</a:t>
          </a:r>
        </a:p>
      </dgm:t>
    </dgm:pt>
    <dgm:pt modelId="{07802C0F-3F2C-4949-9428-143268151C4E}" type="parTrans" cxnId="{526754AE-5BC1-4230-965B-26954600CA81}">
      <dgm:prSet/>
      <dgm:spPr/>
      <dgm:t>
        <a:bodyPr/>
        <a:lstStyle/>
        <a:p>
          <a:endParaRPr lang="en-US"/>
        </a:p>
      </dgm:t>
    </dgm:pt>
    <dgm:pt modelId="{5492B4BA-70D8-419A-A91B-D1167475251D}" type="sibTrans" cxnId="{526754AE-5BC1-4230-965B-26954600CA81}">
      <dgm:prSet/>
      <dgm:spPr/>
      <dgm:t>
        <a:bodyPr/>
        <a:lstStyle/>
        <a:p>
          <a:endParaRPr lang="en-US"/>
        </a:p>
      </dgm:t>
    </dgm:pt>
    <dgm:pt modelId="{C3395636-796B-4FD3-ACCE-0D1F9A06A3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2: Real backend + persistence + async jobs</a:t>
          </a:r>
        </a:p>
      </dgm:t>
    </dgm:pt>
    <dgm:pt modelId="{6F11175F-7474-40CD-B324-04FFB6ED2BED}" type="parTrans" cxnId="{64C619A8-9C42-4A92-8DAD-B83C2AF3FFED}">
      <dgm:prSet/>
      <dgm:spPr/>
      <dgm:t>
        <a:bodyPr/>
        <a:lstStyle/>
        <a:p>
          <a:endParaRPr lang="en-US"/>
        </a:p>
      </dgm:t>
    </dgm:pt>
    <dgm:pt modelId="{0DAA02C7-7CD7-4B22-9673-A9F81C237B24}" type="sibTrans" cxnId="{64C619A8-9C42-4A92-8DAD-B83C2AF3FFED}">
      <dgm:prSet/>
      <dgm:spPr/>
      <dgm:t>
        <a:bodyPr/>
        <a:lstStyle/>
        <a:p>
          <a:endParaRPr lang="en-US"/>
        </a:p>
      </dgm:t>
    </dgm:pt>
    <dgm:pt modelId="{2A7634A3-4589-471D-AA2C-94F5808356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3: security hardening + HTTPS + admin auth</a:t>
          </a:r>
        </a:p>
      </dgm:t>
    </dgm:pt>
    <dgm:pt modelId="{EEF76B46-5211-41CD-BD5F-05E7139E0182}" type="parTrans" cxnId="{C038EF7A-AD4A-4CAB-9A66-6DBFFE9D2131}">
      <dgm:prSet/>
      <dgm:spPr/>
      <dgm:t>
        <a:bodyPr/>
        <a:lstStyle/>
        <a:p>
          <a:endParaRPr lang="en-US"/>
        </a:p>
      </dgm:t>
    </dgm:pt>
    <dgm:pt modelId="{64A38B0B-EDE5-4242-937E-A0E98A1657C0}" type="sibTrans" cxnId="{C038EF7A-AD4A-4CAB-9A66-6DBFFE9D2131}">
      <dgm:prSet/>
      <dgm:spPr/>
      <dgm:t>
        <a:bodyPr/>
        <a:lstStyle/>
        <a:p>
          <a:endParaRPr lang="en-US"/>
        </a:p>
      </dgm:t>
    </dgm:pt>
    <dgm:pt modelId="{AC430121-DBA6-4920-8EBE-6B2F13AF3C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4: segmentation + multi-user ownership controls</a:t>
          </a:r>
        </a:p>
      </dgm:t>
    </dgm:pt>
    <dgm:pt modelId="{1006A603-E84F-45F9-81D6-64913442BBD9}" type="parTrans" cxnId="{D004C00B-870E-4E90-A76D-3278B8B11050}">
      <dgm:prSet/>
      <dgm:spPr/>
      <dgm:t>
        <a:bodyPr/>
        <a:lstStyle/>
        <a:p>
          <a:endParaRPr lang="en-US"/>
        </a:p>
      </dgm:t>
    </dgm:pt>
    <dgm:pt modelId="{E94FE7FC-F721-40B1-A8BE-6006AC85BFA9}" type="sibTrans" cxnId="{D004C00B-870E-4E90-A76D-3278B8B11050}">
      <dgm:prSet/>
      <dgm:spPr/>
      <dgm:t>
        <a:bodyPr/>
        <a:lstStyle/>
        <a:p>
          <a:endParaRPr lang="en-US"/>
        </a:p>
      </dgm:t>
    </dgm:pt>
    <dgm:pt modelId="{EAD314D8-4674-4BE9-B03C-6F9312BFA855}" type="pres">
      <dgm:prSet presAssocID="{F47AC390-85D4-49BF-9063-4C65D6623337}" presName="root" presStyleCnt="0">
        <dgm:presLayoutVars>
          <dgm:dir/>
          <dgm:resizeHandles val="exact"/>
        </dgm:presLayoutVars>
      </dgm:prSet>
      <dgm:spPr/>
    </dgm:pt>
    <dgm:pt modelId="{4B26C103-DD46-41F9-BACC-CEFEF2435A0A}" type="pres">
      <dgm:prSet presAssocID="{B8575EA9-0D4D-439C-81B9-0A7204FCBD01}" presName="compNode" presStyleCnt="0"/>
      <dgm:spPr/>
    </dgm:pt>
    <dgm:pt modelId="{4A750E91-8412-46D9-A072-073EB0EF4B19}" type="pres">
      <dgm:prSet presAssocID="{B8575EA9-0D4D-439C-81B9-0A7204FCBD01}" presName="bgRect" presStyleLbl="bgShp" presStyleIdx="0" presStyleCnt="4"/>
      <dgm:spPr/>
    </dgm:pt>
    <dgm:pt modelId="{7A98881C-E873-4AFC-83ED-BD8BC59F1F46}" type="pres">
      <dgm:prSet presAssocID="{B8575EA9-0D4D-439C-81B9-0A7204FCBD0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051B8F7-AE57-48A5-A0C5-16EDEF075644}" type="pres">
      <dgm:prSet presAssocID="{B8575EA9-0D4D-439C-81B9-0A7204FCBD01}" presName="spaceRect" presStyleCnt="0"/>
      <dgm:spPr/>
    </dgm:pt>
    <dgm:pt modelId="{24301DE4-FB8E-452B-A856-B5A8AC3C1FBC}" type="pres">
      <dgm:prSet presAssocID="{B8575EA9-0D4D-439C-81B9-0A7204FCBD01}" presName="parTx" presStyleLbl="revTx" presStyleIdx="0" presStyleCnt="4">
        <dgm:presLayoutVars>
          <dgm:chMax val="0"/>
          <dgm:chPref val="0"/>
        </dgm:presLayoutVars>
      </dgm:prSet>
      <dgm:spPr/>
    </dgm:pt>
    <dgm:pt modelId="{6BF268E2-0BFC-4746-BE00-2932131E53D9}" type="pres">
      <dgm:prSet presAssocID="{5492B4BA-70D8-419A-A91B-D1167475251D}" presName="sibTrans" presStyleCnt="0"/>
      <dgm:spPr/>
    </dgm:pt>
    <dgm:pt modelId="{6530181D-CE5A-4EAA-B5AE-FE3CC52FA2B5}" type="pres">
      <dgm:prSet presAssocID="{C3395636-796B-4FD3-ACCE-0D1F9A06A399}" presName="compNode" presStyleCnt="0"/>
      <dgm:spPr/>
    </dgm:pt>
    <dgm:pt modelId="{1E88DE08-D15D-42F6-9C95-D8E4FF444F2C}" type="pres">
      <dgm:prSet presAssocID="{C3395636-796B-4FD3-ACCE-0D1F9A06A399}" presName="bgRect" presStyleLbl="bgShp" presStyleIdx="1" presStyleCnt="4"/>
      <dgm:spPr/>
    </dgm:pt>
    <dgm:pt modelId="{8D71A001-FC39-40B5-87C6-266434685C1D}" type="pres">
      <dgm:prSet presAssocID="{C3395636-796B-4FD3-ACCE-0D1F9A06A39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7039595-DDAE-45E5-B69A-8D86D7183C7E}" type="pres">
      <dgm:prSet presAssocID="{C3395636-796B-4FD3-ACCE-0D1F9A06A399}" presName="spaceRect" presStyleCnt="0"/>
      <dgm:spPr/>
    </dgm:pt>
    <dgm:pt modelId="{C6D26370-8D51-43DF-8422-A7054231ADB5}" type="pres">
      <dgm:prSet presAssocID="{C3395636-796B-4FD3-ACCE-0D1F9A06A399}" presName="parTx" presStyleLbl="revTx" presStyleIdx="1" presStyleCnt="4">
        <dgm:presLayoutVars>
          <dgm:chMax val="0"/>
          <dgm:chPref val="0"/>
        </dgm:presLayoutVars>
      </dgm:prSet>
      <dgm:spPr/>
    </dgm:pt>
    <dgm:pt modelId="{79D8924D-29BF-4E19-A0A5-9E0F7D2AE2A2}" type="pres">
      <dgm:prSet presAssocID="{0DAA02C7-7CD7-4B22-9673-A9F81C237B24}" presName="sibTrans" presStyleCnt="0"/>
      <dgm:spPr/>
    </dgm:pt>
    <dgm:pt modelId="{CC4EAAAC-00FF-4946-B28C-7FBF2402A2C5}" type="pres">
      <dgm:prSet presAssocID="{2A7634A3-4589-471D-AA2C-94F58083569C}" presName="compNode" presStyleCnt="0"/>
      <dgm:spPr/>
    </dgm:pt>
    <dgm:pt modelId="{BD49E139-8E01-4298-83DA-144602DCD3CC}" type="pres">
      <dgm:prSet presAssocID="{2A7634A3-4589-471D-AA2C-94F58083569C}" presName="bgRect" presStyleLbl="bgShp" presStyleIdx="2" presStyleCnt="4"/>
      <dgm:spPr/>
    </dgm:pt>
    <dgm:pt modelId="{C4C9E4DC-C43C-4CD7-B473-E9A0D8C05392}" type="pres">
      <dgm:prSet presAssocID="{2A7634A3-4589-471D-AA2C-94F58083569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3C46A2C-9CB8-4606-9B47-AB2DDB3486B9}" type="pres">
      <dgm:prSet presAssocID="{2A7634A3-4589-471D-AA2C-94F58083569C}" presName="spaceRect" presStyleCnt="0"/>
      <dgm:spPr/>
    </dgm:pt>
    <dgm:pt modelId="{80E2621F-232D-4283-B22E-ED5697CB8AD6}" type="pres">
      <dgm:prSet presAssocID="{2A7634A3-4589-471D-AA2C-94F58083569C}" presName="parTx" presStyleLbl="revTx" presStyleIdx="2" presStyleCnt="4">
        <dgm:presLayoutVars>
          <dgm:chMax val="0"/>
          <dgm:chPref val="0"/>
        </dgm:presLayoutVars>
      </dgm:prSet>
      <dgm:spPr/>
    </dgm:pt>
    <dgm:pt modelId="{3E2F66F6-9285-4330-AC25-500EDE10D23F}" type="pres">
      <dgm:prSet presAssocID="{64A38B0B-EDE5-4242-937E-A0E98A1657C0}" presName="sibTrans" presStyleCnt="0"/>
      <dgm:spPr/>
    </dgm:pt>
    <dgm:pt modelId="{49E6102E-9DD0-4C27-973A-C01AE4980A83}" type="pres">
      <dgm:prSet presAssocID="{AC430121-DBA6-4920-8EBE-6B2F13AF3C60}" presName="compNode" presStyleCnt="0"/>
      <dgm:spPr/>
    </dgm:pt>
    <dgm:pt modelId="{B58320A6-A54C-45F5-A055-D3DF7F050FD2}" type="pres">
      <dgm:prSet presAssocID="{AC430121-DBA6-4920-8EBE-6B2F13AF3C60}" presName="bgRect" presStyleLbl="bgShp" presStyleIdx="3" presStyleCnt="4"/>
      <dgm:spPr/>
    </dgm:pt>
    <dgm:pt modelId="{37D35FC5-FFF0-41B8-96A2-D47652B33EC3}" type="pres">
      <dgm:prSet presAssocID="{AC430121-DBA6-4920-8EBE-6B2F13AF3C6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073FFBB7-89A9-4E60-94F3-DF63A053E836}" type="pres">
      <dgm:prSet presAssocID="{AC430121-DBA6-4920-8EBE-6B2F13AF3C60}" presName="spaceRect" presStyleCnt="0"/>
      <dgm:spPr/>
    </dgm:pt>
    <dgm:pt modelId="{737A49C8-95BD-4432-BC08-7A18D125BF23}" type="pres">
      <dgm:prSet presAssocID="{AC430121-DBA6-4920-8EBE-6B2F13AF3C6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004C00B-870E-4E90-A76D-3278B8B11050}" srcId="{F47AC390-85D4-49BF-9063-4C65D6623337}" destId="{AC430121-DBA6-4920-8EBE-6B2F13AF3C60}" srcOrd="3" destOrd="0" parTransId="{1006A603-E84F-45F9-81D6-64913442BBD9}" sibTransId="{E94FE7FC-F721-40B1-A8BE-6006AC85BFA9}"/>
    <dgm:cxn modelId="{59EC8870-01FE-47F5-89E3-6D4AF8CEEAE6}" type="presOf" srcId="{2A7634A3-4589-471D-AA2C-94F58083569C}" destId="{80E2621F-232D-4283-B22E-ED5697CB8AD6}" srcOrd="0" destOrd="0" presId="urn:microsoft.com/office/officeart/2018/2/layout/IconVerticalSolidList"/>
    <dgm:cxn modelId="{E7CA9B79-E728-44E2-9C1E-C7A5B8F1A3D1}" type="presOf" srcId="{B8575EA9-0D4D-439C-81B9-0A7204FCBD01}" destId="{24301DE4-FB8E-452B-A856-B5A8AC3C1FBC}" srcOrd="0" destOrd="0" presId="urn:microsoft.com/office/officeart/2018/2/layout/IconVerticalSolidList"/>
    <dgm:cxn modelId="{C038EF7A-AD4A-4CAB-9A66-6DBFFE9D2131}" srcId="{F47AC390-85D4-49BF-9063-4C65D6623337}" destId="{2A7634A3-4589-471D-AA2C-94F58083569C}" srcOrd="2" destOrd="0" parTransId="{EEF76B46-5211-41CD-BD5F-05E7139E0182}" sibTransId="{64A38B0B-EDE5-4242-937E-A0E98A1657C0}"/>
    <dgm:cxn modelId="{45F966A2-3E8A-4C96-9813-DE830F6CE734}" type="presOf" srcId="{C3395636-796B-4FD3-ACCE-0D1F9A06A399}" destId="{C6D26370-8D51-43DF-8422-A7054231ADB5}" srcOrd="0" destOrd="0" presId="urn:microsoft.com/office/officeart/2018/2/layout/IconVerticalSolidList"/>
    <dgm:cxn modelId="{64C619A8-9C42-4A92-8DAD-B83C2AF3FFED}" srcId="{F47AC390-85D4-49BF-9063-4C65D6623337}" destId="{C3395636-796B-4FD3-ACCE-0D1F9A06A399}" srcOrd="1" destOrd="0" parTransId="{6F11175F-7474-40CD-B324-04FFB6ED2BED}" sibTransId="{0DAA02C7-7CD7-4B22-9673-A9F81C237B24}"/>
    <dgm:cxn modelId="{526754AE-5BC1-4230-965B-26954600CA81}" srcId="{F47AC390-85D4-49BF-9063-4C65D6623337}" destId="{B8575EA9-0D4D-439C-81B9-0A7204FCBD01}" srcOrd="0" destOrd="0" parTransId="{07802C0F-3F2C-4949-9428-143268151C4E}" sibTransId="{5492B4BA-70D8-419A-A91B-D1167475251D}"/>
    <dgm:cxn modelId="{E1A00ADF-A555-497D-BAD8-E107871F086C}" type="presOf" srcId="{AC430121-DBA6-4920-8EBE-6B2F13AF3C60}" destId="{737A49C8-95BD-4432-BC08-7A18D125BF23}" srcOrd="0" destOrd="0" presId="urn:microsoft.com/office/officeart/2018/2/layout/IconVerticalSolidList"/>
    <dgm:cxn modelId="{A0D743F5-9397-4E28-BCD1-43BEA4C13F6C}" type="presOf" srcId="{F47AC390-85D4-49BF-9063-4C65D6623337}" destId="{EAD314D8-4674-4BE9-B03C-6F9312BFA855}" srcOrd="0" destOrd="0" presId="urn:microsoft.com/office/officeart/2018/2/layout/IconVerticalSolidList"/>
    <dgm:cxn modelId="{E982BCF4-0EF6-4808-B11E-C029233D7798}" type="presParOf" srcId="{EAD314D8-4674-4BE9-B03C-6F9312BFA855}" destId="{4B26C103-DD46-41F9-BACC-CEFEF2435A0A}" srcOrd="0" destOrd="0" presId="urn:microsoft.com/office/officeart/2018/2/layout/IconVerticalSolidList"/>
    <dgm:cxn modelId="{E783549A-C777-41C7-89CC-E7F386861B80}" type="presParOf" srcId="{4B26C103-DD46-41F9-BACC-CEFEF2435A0A}" destId="{4A750E91-8412-46D9-A072-073EB0EF4B19}" srcOrd="0" destOrd="0" presId="urn:microsoft.com/office/officeart/2018/2/layout/IconVerticalSolidList"/>
    <dgm:cxn modelId="{0EE17645-FD37-4B41-9A27-69A291F4043B}" type="presParOf" srcId="{4B26C103-DD46-41F9-BACC-CEFEF2435A0A}" destId="{7A98881C-E873-4AFC-83ED-BD8BC59F1F46}" srcOrd="1" destOrd="0" presId="urn:microsoft.com/office/officeart/2018/2/layout/IconVerticalSolidList"/>
    <dgm:cxn modelId="{1B10164E-4E17-437C-96AC-D34CCBE716D2}" type="presParOf" srcId="{4B26C103-DD46-41F9-BACC-CEFEF2435A0A}" destId="{D051B8F7-AE57-48A5-A0C5-16EDEF075644}" srcOrd="2" destOrd="0" presId="urn:microsoft.com/office/officeart/2018/2/layout/IconVerticalSolidList"/>
    <dgm:cxn modelId="{4DCFF18B-DC55-4E69-8C75-3C73A276DC24}" type="presParOf" srcId="{4B26C103-DD46-41F9-BACC-CEFEF2435A0A}" destId="{24301DE4-FB8E-452B-A856-B5A8AC3C1FBC}" srcOrd="3" destOrd="0" presId="urn:microsoft.com/office/officeart/2018/2/layout/IconVerticalSolidList"/>
    <dgm:cxn modelId="{B075D7AE-B257-4CEB-A5A0-BF9D2CBD15AF}" type="presParOf" srcId="{EAD314D8-4674-4BE9-B03C-6F9312BFA855}" destId="{6BF268E2-0BFC-4746-BE00-2932131E53D9}" srcOrd="1" destOrd="0" presId="urn:microsoft.com/office/officeart/2018/2/layout/IconVerticalSolidList"/>
    <dgm:cxn modelId="{F746E6D2-99AD-4CF1-86A7-FA2993812599}" type="presParOf" srcId="{EAD314D8-4674-4BE9-B03C-6F9312BFA855}" destId="{6530181D-CE5A-4EAA-B5AE-FE3CC52FA2B5}" srcOrd="2" destOrd="0" presId="urn:microsoft.com/office/officeart/2018/2/layout/IconVerticalSolidList"/>
    <dgm:cxn modelId="{C208DDEE-06D6-4D54-9323-063D10B53C9B}" type="presParOf" srcId="{6530181D-CE5A-4EAA-B5AE-FE3CC52FA2B5}" destId="{1E88DE08-D15D-42F6-9C95-D8E4FF444F2C}" srcOrd="0" destOrd="0" presId="urn:microsoft.com/office/officeart/2018/2/layout/IconVerticalSolidList"/>
    <dgm:cxn modelId="{4E350E42-0B9F-486D-854B-7BC245EA1237}" type="presParOf" srcId="{6530181D-CE5A-4EAA-B5AE-FE3CC52FA2B5}" destId="{8D71A001-FC39-40B5-87C6-266434685C1D}" srcOrd="1" destOrd="0" presId="urn:microsoft.com/office/officeart/2018/2/layout/IconVerticalSolidList"/>
    <dgm:cxn modelId="{C4048DD8-6024-4BA3-BD87-E91A4F99CF31}" type="presParOf" srcId="{6530181D-CE5A-4EAA-B5AE-FE3CC52FA2B5}" destId="{47039595-DDAE-45E5-B69A-8D86D7183C7E}" srcOrd="2" destOrd="0" presId="urn:microsoft.com/office/officeart/2018/2/layout/IconVerticalSolidList"/>
    <dgm:cxn modelId="{40042671-93B6-4E7E-AFAE-268692A7572A}" type="presParOf" srcId="{6530181D-CE5A-4EAA-B5AE-FE3CC52FA2B5}" destId="{C6D26370-8D51-43DF-8422-A7054231ADB5}" srcOrd="3" destOrd="0" presId="urn:microsoft.com/office/officeart/2018/2/layout/IconVerticalSolidList"/>
    <dgm:cxn modelId="{6D576AC6-2988-4285-BC84-7A1D4DDD7803}" type="presParOf" srcId="{EAD314D8-4674-4BE9-B03C-6F9312BFA855}" destId="{79D8924D-29BF-4E19-A0A5-9E0F7D2AE2A2}" srcOrd="3" destOrd="0" presId="urn:microsoft.com/office/officeart/2018/2/layout/IconVerticalSolidList"/>
    <dgm:cxn modelId="{FFB44E73-8C4C-4735-9FB6-2EAD46A087BB}" type="presParOf" srcId="{EAD314D8-4674-4BE9-B03C-6F9312BFA855}" destId="{CC4EAAAC-00FF-4946-B28C-7FBF2402A2C5}" srcOrd="4" destOrd="0" presId="urn:microsoft.com/office/officeart/2018/2/layout/IconVerticalSolidList"/>
    <dgm:cxn modelId="{7F4EFF7C-143E-4306-B948-A1E4C930848A}" type="presParOf" srcId="{CC4EAAAC-00FF-4946-B28C-7FBF2402A2C5}" destId="{BD49E139-8E01-4298-83DA-144602DCD3CC}" srcOrd="0" destOrd="0" presId="urn:microsoft.com/office/officeart/2018/2/layout/IconVerticalSolidList"/>
    <dgm:cxn modelId="{940D2797-1C0B-4CB9-99C5-F8048CE1689E}" type="presParOf" srcId="{CC4EAAAC-00FF-4946-B28C-7FBF2402A2C5}" destId="{C4C9E4DC-C43C-4CD7-B473-E9A0D8C05392}" srcOrd="1" destOrd="0" presId="urn:microsoft.com/office/officeart/2018/2/layout/IconVerticalSolidList"/>
    <dgm:cxn modelId="{6A31D56D-F477-40CD-8F96-BF52B5E73C23}" type="presParOf" srcId="{CC4EAAAC-00FF-4946-B28C-7FBF2402A2C5}" destId="{23C46A2C-9CB8-4606-9B47-AB2DDB3486B9}" srcOrd="2" destOrd="0" presId="urn:microsoft.com/office/officeart/2018/2/layout/IconVerticalSolidList"/>
    <dgm:cxn modelId="{7BD08D65-75C9-4427-A3F7-43F5519B7B5D}" type="presParOf" srcId="{CC4EAAAC-00FF-4946-B28C-7FBF2402A2C5}" destId="{80E2621F-232D-4283-B22E-ED5697CB8AD6}" srcOrd="3" destOrd="0" presId="urn:microsoft.com/office/officeart/2018/2/layout/IconVerticalSolidList"/>
    <dgm:cxn modelId="{FDFDC771-4205-4EA8-9BEB-F821E6D0FF6E}" type="presParOf" srcId="{EAD314D8-4674-4BE9-B03C-6F9312BFA855}" destId="{3E2F66F6-9285-4330-AC25-500EDE10D23F}" srcOrd="5" destOrd="0" presId="urn:microsoft.com/office/officeart/2018/2/layout/IconVerticalSolidList"/>
    <dgm:cxn modelId="{C2CE969A-3A88-4148-A351-B50FAE3AC48E}" type="presParOf" srcId="{EAD314D8-4674-4BE9-B03C-6F9312BFA855}" destId="{49E6102E-9DD0-4C27-973A-C01AE4980A83}" srcOrd="6" destOrd="0" presId="urn:microsoft.com/office/officeart/2018/2/layout/IconVerticalSolidList"/>
    <dgm:cxn modelId="{C837B7C6-DCEC-46E8-9030-88E40ADFACEA}" type="presParOf" srcId="{49E6102E-9DD0-4C27-973A-C01AE4980A83}" destId="{B58320A6-A54C-45F5-A055-D3DF7F050FD2}" srcOrd="0" destOrd="0" presId="urn:microsoft.com/office/officeart/2018/2/layout/IconVerticalSolidList"/>
    <dgm:cxn modelId="{2D47C13E-87A4-47F4-BA61-4A5B99E1861E}" type="presParOf" srcId="{49E6102E-9DD0-4C27-973A-C01AE4980A83}" destId="{37D35FC5-FFF0-41B8-96A2-D47652B33EC3}" srcOrd="1" destOrd="0" presId="urn:microsoft.com/office/officeart/2018/2/layout/IconVerticalSolidList"/>
    <dgm:cxn modelId="{C3B6FBBA-40AC-4382-977F-D2576C980714}" type="presParOf" srcId="{49E6102E-9DD0-4C27-973A-C01AE4980A83}" destId="{073FFBB7-89A9-4E60-94F3-DF63A053E836}" srcOrd="2" destOrd="0" presId="urn:microsoft.com/office/officeart/2018/2/layout/IconVerticalSolidList"/>
    <dgm:cxn modelId="{CD39A515-FB84-4F18-9FF6-F4C084BC770D}" type="presParOf" srcId="{49E6102E-9DD0-4C27-973A-C01AE4980A83}" destId="{737A49C8-95BD-4432-BC08-7A18D125BF2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F47AC390-85D4-49BF-9063-4C65D662333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8575EA9-0D4D-439C-81B9-0A7204FCBD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1: Frontend prototype + mock API</a:t>
          </a:r>
        </a:p>
      </dgm:t>
    </dgm:pt>
    <dgm:pt modelId="{07802C0F-3F2C-4949-9428-143268151C4E}" type="parTrans" cxnId="{526754AE-5BC1-4230-965B-26954600CA81}">
      <dgm:prSet/>
      <dgm:spPr/>
      <dgm:t>
        <a:bodyPr/>
        <a:lstStyle/>
        <a:p>
          <a:endParaRPr lang="en-US"/>
        </a:p>
      </dgm:t>
    </dgm:pt>
    <dgm:pt modelId="{5492B4BA-70D8-419A-A91B-D1167475251D}" type="sibTrans" cxnId="{526754AE-5BC1-4230-965B-26954600CA81}">
      <dgm:prSet/>
      <dgm:spPr/>
      <dgm:t>
        <a:bodyPr/>
        <a:lstStyle/>
        <a:p>
          <a:endParaRPr lang="en-US"/>
        </a:p>
      </dgm:t>
    </dgm:pt>
    <dgm:pt modelId="{C3395636-796B-4FD3-ACCE-0D1F9A06A3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2: Real backend + persistence + async jobs</a:t>
          </a:r>
        </a:p>
      </dgm:t>
    </dgm:pt>
    <dgm:pt modelId="{6F11175F-7474-40CD-B324-04FFB6ED2BED}" type="parTrans" cxnId="{64C619A8-9C42-4A92-8DAD-B83C2AF3FFED}">
      <dgm:prSet/>
      <dgm:spPr/>
      <dgm:t>
        <a:bodyPr/>
        <a:lstStyle/>
        <a:p>
          <a:endParaRPr lang="en-US"/>
        </a:p>
      </dgm:t>
    </dgm:pt>
    <dgm:pt modelId="{0DAA02C7-7CD7-4B22-9673-A9F81C237B24}" type="sibTrans" cxnId="{64C619A8-9C42-4A92-8DAD-B83C2AF3FFED}">
      <dgm:prSet/>
      <dgm:spPr/>
      <dgm:t>
        <a:bodyPr/>
        <a:lstStyle/>
        <a:p>
          <a:endParaRPr lang="en-US"/>
        </a:p>
      </dgm:t>
    </dgm:pt>
    <dgm:pt modelId="{2A7634A3-4589-471D-AA2C-94F5808356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3: security hardening + HTTPS + admin auth</a:t>
          </a:r>
        </a:p>
      </dgm:t>
    </dgm:pt>
    <dgm:pt modelId="{EEF76B46-5211-41CD-BD5F-05E7139E0182}" type="parTrans" cxnId="{C038EF7A-AD4A-4CAB-9A66-6DBFFE9D2131}">
      <dgm:prSet/>
      <dgm:spPr/>
      <dgm:t>
        <a:bodyPr/>
        <a:lstStyle/>
        <a:p>
          <a:endParaRPr lang="en-US"/>
        </a:p>
      </dgm:t>
    </dgm:pt>
    <dgm:pt modelId="{64A38B0B-EDE5-4242-937E-A0E98A1657C0}" type="sibTrans" cxnId="{C038EF7A-AD4A-4CAB-9A66-6DBFFE9D2131}">
      <dgm:prSet/>
      <dgm:spPr/>
      <dgm:t>
        <a:bodyPr/>
        <a:lstStyle/>
        <a:p>
          <a:endParaRPr lang="en-US"/>
        </a:p>
      </dgm:t>
    </dgm:pt>
    <dgm:pt modelId="{AC430121-DBA6-4920-8EBE-6B2F13AF3C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4: segmentation + multi-user ownership controls</a:t>
          </a:r>
        </a:p>
      </dgm:t>
    </dgm:pt>
    <dgm:pt modelId="{1006A603-E84F-45F9-81D6-64913442BBD9}" type="parTrans" cxnId="{D004C00B-870E-4E90-A76D-3278B8B11050}">
      <dgm:prSet/>
      <dgm:spPr/>
      <dgm:t>
        <a:bodyPr/>
        <a:lstStyle/>
        <a:p>
          <a:endParaRPr lang="en-US"/>
        </a:p>
      </dgm:t>
    </dgm:pt>
    <dgm:pt modelId="{E94FE7FC-F721-40B1-A8BE-6006AC85BFA9}" type="sibTrans" cxnId="{D004C00B-870E-4E90-A76D-3278B8B11050}">
      <dgm:prSet/>
      <dgm:spPr/>
      <dgm:t>
        <a:bodyPr/>
        <a:lstStyle/>
        <a:p>
          <a:endParaRPr lang="en-US"/>
        </a:p>
      </dgm:t>
    </dgm:pt>
    <dgm:pt modelId="{EAD314D8-4674-4BE9-B03C-6F9312BFA855}" type="pres">
      <dgm:prSet presAssocID="{F47AC390-85D4-49BF-9063-4C65D6623337}" presName="root" presStyleCnt="0">
        <dgm:presLayoutVars>
          <dgm:dir/>
          <dgm:resizeHandles val="exact"/>
        </dgm:presLayoutVars>
      </dgm:prSet>
      <dgm:spPr/>
    </dgm:pt>
    <dgm:pt modelId="{4B26C103-DD46-41F9-BACC-CEFEF2435A0A}" type="pres">
      <dgm:prSet presAssocID="{B8575EA9-0D4D-439C-81B9-0A7204FCBD01}" presName="compNode" presStyleCnt="0"/>
      <dgm:spPr/>
    </dgm:pt>
    <dgm:pt modelId="{4A750E91-8412-46D9-A072-073EB0EF4B19}" type="pres">
      <dgm:prSet presAssocID="{B8575EA9-0D4D-439C-81B9-0A7204FCBD01}" presName="bgRect" presStyleLbl="bgShp" presStyleIdx="0" presStyleCnt="4"/>
      <dgm:spPr/>
    </dgm:pt>
    <dgm:pt modelId="{7A98881C-E873-4AFC-83ED-BD8BC59F1F46}" type="pres">
      <dgm:prSet presAssocID="{B8575EA9-0D4D-439C-81B9-0A7204FCBD0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051B8F7-AE57-48A5-A0C5-16EDEF075644}" type="pres">
      <dgm:prSet presAssocID="{B8575EA9-0D4D-439C-81B9-0A7204FCBD01}" presName="spaceRect" presStyleCnt="0"/>
      <dgm:spPr/>
    </dgm:pt>
    <dgm:pt modelId="{24301DE4-FB8E-452B-A856-B5A8AC3C1FBC}" type="pres">
      <dgm:prSet presAssocID="{B8575EA9-0D4D-439C-81B9-0A7204FCBD01}" presName="parTx" presStyleLbl="revTx" presStyleIdx="0" presStyleCnt="4">
        <dgm:presLayoutVars>
          <dgm:chMax val="0"/>
          <dgm:chPref val="0"/>
        </dgm:presLayoutVars>
      </dgm:prSet>
      <dgm:spPr/>
    </dgm:pt>
    <dgm:pt modelId="{6BF268E2-0BFC-4746-BE00-2932131E53D9}" type="pres">
      <dgm:prSet presAssocID="{5492B4BA-70D8-419A-A91B-D1167475251D}" presName="sibTrans" presStyleCnt="0"/>
      <dgm:spPr/>
    </dgm:pt>
    <dgm:pt modelId="{6530181D-CE5A-4EAA-B5AE-FE3CC52FA2B5}" type="pres">
      <dgm:prSet presAssocID="{C3395636-796B-4FD3-ACCE-0D1F9A06A399}" presName="compNode" presStyleCnt="0"/>
      <dgm:spPr/>
    </dgm:pt>
    <dgm:pt modelId="{1E88DE08-D15D-42F6-9C95-D8E4FF444F2C}" type="pres">
      <dgm:prSet presAssocID="{C3395636-796B-4FD3-ACCE-0D1F9A06A399}" presName="bgRect" presStyleLbl="bgShp" presStyleIdx="1" presStyleCnt="4"/>
      <dgm:spPr/>
    </dgm:pt>
    <dgm:pt modelId="{8D71A001-FC39-40B5-87C6-266434685C1D}" type="pres">
      <dgm:prSet presAssocID="{C3395636-796B-4FD3-ACCE-0D1F9A06A39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7039595-DDAE-45E5-B69A-8D86D7183C7E}" type="pres">
      <dgm:prSet presAssocID="{C3395636-796B-4FD3-ACCE-0D1F9A06A399}" presName="spaceRect" presStyleCnt="0"/>
      <dgm:spPr/>
    </dgm:pt>
    <dgm:pt modelId="{C6D26370-8D51-43DF-8422-A7054231ADB5}" type="pres">
      <dgm:prSet presAssocID="{C3395636-796B-4FD3-ACCE-0D1F9A06A399}" presName="parTx" presStyleLbl="revTx" presStyleIdx="1" presStyleCnt="4">
        <dgm:presLayoutVars>
          <dgm:chMax val="0"/>
          <dgm:chPref val="0"/>
        </dgm:presLayoutVars>
      </dgm:prSet>
      <dgm:spPr/>
    </dgm:pt>
    <dgm:pt modelId="{79D8924D-29BF-4E19-A0A5-9E0F7D2AE2A2}" type="pres">
      <dgm:prSet presAssocID="{0DAA02C7-7CD7-4B22-9673-A9F81C237B24}" presName="sibTrans" presStyleCnt="0"/>
      <dgm:spPr/>
    </dgm:pt>
    <dgm:pt modelId="{CC4EAAAC-00FF-4946-B28C-7FBF2402A2C5}" type="pres">
      <dgm:prSet presAssocID="{2A7634A3-4589-471D-AA2C-94F58083569C}" presName="compNode" presStyleCnt="0"/>
      <dgm:spPr/>
    </dgm:pt>
    <dgm:pt modelId="{BD49E139-8E01-4298-83DA-144602DCD3CC}" type="pres">
      <dgm:prSet presAssocID="{2A7634A3-4589-471D-AA2C-94F58083569C}" presName="bgRect" presStyleLbl="bgShp" presStyleIdx="2" presStyleCnt="4"/>
      <dgm:spPr/>
    </dgm:pt>
    <dgm:pt modelId="{C4C9E4DC-C43C-4CD7-B473-E9A0D8C05392}" type="pres">
      <dgm:prSet presAssocID="{2A7634A3-4589-471D-AA2C-94F58083569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3C46A2C-9CB8-4606-9B47-AB2DDB3486B9}" type="pres">
      <dgm:prSet presAssocID="{2A7634A3-4589-471D-AA2C-94F58083569C}" presName="spaceRect" presStyleCnt="0"/>
      <dgm:spPr/>
    </dgm:pt>
    <dgm:pt modelId="{80E2621F-232D-4283-B22E-ED5697CB8AD6}" type="pres">
      <dgm:prSet presAssocID="{2A7634A3-4589-471D-AA2C-94F58083569C}" presName="parTx" presStyleLbl="revTx" presStyleIdx="2" presStyleCnt="4">
        <dgm:presLayoutVars>
          <dgm:chMax val="0"/>
          <dgm:chPref val="0"/>
        </dgm:presLayoutVars>
      </dgm:prSet>
      <dgm:spPr/>
    </dgm:pt>
    <dgm:pt modelId="{3E2F66F6-9285-4330-AC25-500EDE10D23F}" type="pres">
      <dgm:prSet presAssocID="{64A38B0B-EDE5-4242-937E-A0E98A1657C0}" presName="sibTrans" presStyleCnt="0"/>
      <dgm:spPr/>
    </dgm:pt>
    <dgm:pt modelId="{49E6102E-9DD0-4C27-973A-C01AE4980A83}" type="pres">
      <dgm:prSet presAssocID="{AC430121-DBA6-4920-8EBE-6B2F13AF3C60}" presName="compNode" presStyleCnt="0"/>
      <dgm:spPr/>
    </dgm:pt>
    <dgm:pt modelId="{B58320A6-A54C-45F5-A055-D3DF7F050FD2}" type="pres">
      <dgm:prSet presAssocID="{AC430121-DBA6-4920-8EBE-6B2F13AF3C60}" presName="bgRect" presStyleLbl="bgShp" presStyleIdx="3" presStyleCnt="4"/>
      <dgm:spPr/>
    </dgm:pt>
    <dgm:pt modelId="{37D35FC5-FFF0-41B8-96A2-D47652B33EC3}" type="pres">
      <dgm:prSet presAssocID="{AC430121-DBA6-4920-8EBE-6B2F13AF3C6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073FFBB7-89A9-4E60-94F3-DF63A053E836}" type="pres">
      <dgm:prSet presAssocID="{AC430121-DBA6-4920-8EBE-6B2F13AF3C60}" presName="spaceRect" presStyleCnt="0"/>
      <dgm:spPr/>
    </dgm:pt>
    <dgm:pt modelId="{737A49C8-95BD-4432-BC08-7A18D125BF23}" type="pres">
      <dgm:prSet presAssocID="{AC430121-DBA6-4920-8EBE-6B2F13AF3C6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004C00B-870E-4E90-A76D-3278B8B11050}" srcId="{F47AC390-85D4-49BF-9063-4C65D6623337}" destId="{AC430121-DBA6-4920-8EBE-6B2F13AF3C60}" srcOrd="3" destOrd="0" parTransId="{1006A603-E84F-45F9-81D6-64913442BBD9}" sibTransId="{E94FE7FC-F721-40B1-A8BE-6006AC85BFA9}"/>
    <dgm:cxn modelId="{59EC8870-01FE-47F5-89E3-6D4AF8CEEAE6}" type="presOf" srcId="{2A7634A3-4589-471D-AA2C-94F58083569C}" destId="{80E2621F-232D-4283-B22E-ED5697CB8AD6}" srcOrd="0" destOrd="0" presId="urn:microsoft.com/office/officeart/2018/2/layout/IconVerticalSolidList"/>
    <dgm:cxn modelId="{E7CA9B79-E728-44E2-9C1E-C7A5B8F1A3D1}" type="presOf" srcId="{B8575EA9-0D4D-439C-81B9-0A7204FCBD01}" destId="{24301DE4-FB8E-452B-A856-B5A8AC3C1FBC}" srcOrd="0" destOrd="0" presId="urn:microsoft.com/office/officeart/2018/2/layout/IconVerticalSolidList"/>
    <dgm:cxn modelId="{C038EF7A-AD4A-4CAB-9A66-6DBFFE9D2131}" srcId="{F47AC390-85D4-49BF-9063-4C65D6623337}" destId="{2A7634A3-4589-471D-AA2C-94F58083569C}" srcOrd="2" destOrd="0" parTransId="{EEF76B46-5211-41CD-BD5F-05E7139E0182}" sibTransId="{64A38B0B-EDE5-4242-937E-A0E98A1657C0}"/>
    <dgm:cxn modelId="{45F966A2-3E8A-4C96-9813-DE830F6CE734}" type="presOf" srcId="{C3395636-796B-4FD3-ACCE-0D1F9A06A399}" destId="{C6D26370-8D51-43DF-8422-A7054231ADB5}" srcOrd="0" destOrd="0" presId="urn:microsoft.com/office/officeart/2018/2/layout/IconVerticalSolidList"/>
    <dgm:cxn modelId="{64C619A8-9C42-4A92-8DAD-B83C2AF3FFED}" srcId="{F47AC390-85D4-49BF-9063-4C65D6623337}" destId="{C3395636-796B-4FD3-ACCE-0D1F9A06A399}" srcOrd="1" destOrd="0" parTransId="{6F11175F-7474-40CD-B324-04FFB6ED2BED}" sibTransId="{0DAA02C7-7CD7-4B22-9673-A9F81C237B24}"/>
    <dgm:cxn modelId="{526754AE-5BC1-4230-965B-26954600CA81}" srcId="{F47AC390-85D4-49BF-9063-4C65D6623337}" destId="{B8575EA9-0D4D-439C-81B9-0A7204FCBD01}" srcOrd="0" destOrd="0" parTransId="{07802C0F-3F2C-4949-9428-143268151C4E}" sibTransId="{5492B4BA-70D8-419A-A91B-D1167475251D}"/>
    <dgm:cxn modelId="{E1A00ADF-A555-497D-BAD8-E107871F086C}" type="presOf" srcId="{AC430121-DBA6-4920-8EBE-6B2F13AF3C60}" destId="{737A49C8-95BD-4432-BC08-7A18D125BF23}" srcOrd="0" destOrd="0" presId="urn:microsoft.com/office/officeart/2018/2/layout/IconVerticalSolidList"/>
    <dgm:cxn modelId="{A0D743F5-9397-4E28-BCD1-43BEA4C13F6C}" type="presOf" srcId="{F47AC390-85D4-49BF-9063-4C65D6623337}" destId="{EAD314D8-4674-4BE9-B03C-6F9312BFA855}" srcOrd="0" destOrd="0" presId="urn:microsoft.com/office/officeart/2018/2/layout/IconVerticalSolidList"/>
    <dgm:cxn modelId="{E982BCF4-0EF6-4808-B11E-C029233D7798}" type="presParOf" srcId="{EAD314D8-4674-4BE9-B03C-6F9312BFA855}" destId="{4B26C103-DD46-41F9-BACC-CEFEF2435A0A}" srcOrd="0" destOrd="0" presId="urn:microsoft.com/office/officeart/2018/2/layout/IconVerticalSolidList"/>
    <dgm:cxn modelId="{E783549A-C777-41C7-89CC-E7F386861B80}" type="presParOf" srcId="{4B26C103-DD46-41F9-BACC-CEFEF2435A0A}" destId="{4A750E91-8412-46D9-A072-073EB0EF4B19}" srcOrd="0" destOrd="0" presId="urn:microsoft.com/office/officeart/2018/2/layout/IconVerticalSolidList"/>
    <dgm:cxn modelId="{0EE17645-FD37-4B41-9A27-69A291F4043B}" type="presParOf" srcId="{4B26C103-DD46-41F9-BACC-CEFEF2435A0A}" destId="{7A98881C-E873-4AFC-83ED-BD8BC59F1F46}" srcOrd="1" destOrd="0" presId="urn:microsoft.com/office/officeart/2018/2/layout/IconVerticalSolidList"/>
    <dgm:cxn modelId="{1B10164E-4E17-437C-96AC-D34CCBE716D2}" type="presParOf" srcId="{4B26C103-DD46-41F9-BACC-CEFEF2435A0A}" destId="{D051B8F7-AE57-48A5-A0C5-16EDEF075644}" srcOrd="2" destOrd="0" presId="urn:microsoft.com/office/officeart/2018/2/layout/IconVerticalSolidList"/>
    <dgm:cxn modelId="{4DCFF18B-DC55-4E69-8C75-3C73A276DC24}" type="presParOf" srcId="{4B26C103-DD46-41F9-BACC-CEFEF2435A0A}" destId="{24301DE4-FB8E-452B-A856-B5A8AC3C1FBC}" srcOrd="3" destOrd="0" presId="urn:microsoft.com/office/officeart/2018/2/layout/IconVerticalSolidList"/>
    <dgm:cxn modelId="{B075D7AE-B257-4CEB-A5A0-BF9D2CBD15AF}" type="presParOf" srcId="{EAD314D8-4674-4BE9-B03C-6F9312BFA855}" destId="{6BF268E2-0BFC-4746-BE00-2932131E53D9}" srcOrd="1" destOrd="0" presId="urn:microsoft.com/office/officeart/2018/2/layout/IconVerticalSolidList"/>
    <dgm:cxn modelId="{F746E6D2-99AD-4CF1-86A7-FA2993812599}" type="presParOf" srcId="{EAD314D8-4674-4BE9-B03C-6F9312BFA855}" destId="{6530181D-CE5A-4EAA-B5AE-FE3CC52FA2B5}" srcOrd="2" destOrd="0" presId="urn:microsoft.com/office/officeart/2018/2/layout/IconVerticalSolidList"/>
    <dgm:cxn modelId="{C208DDEE-06D6-4D54-9323-063D10B53C9B}" type="presParOf" srcId="{6530181D-CE5A-4EAA-B5AE-FE3CC52FA2B5}" destId="{1E88DE08-D15D-42F6-9C95-D8E4FF444F2C}" srcOrd="0" destOrd="0" presId="urn:microsoft.com/office/officeart/2018/2/layout/IconVerticalSolidList"/>
    <dgm:cxn modelId="{4E350E42-0B9F-486D-854B-7BC245EA1237}" type="presParOf" srcId="{6530181D-CE5A-4EAA-B5AE-FE3CC52FA2B5}" destId="{8D71A001-FC39-40B5-87C6-266434685C1D}" srcOrd="1" destOrd="0" presId="urn:microsoft.com/office/officeart/2018/2/layout/IconVerticalSolidList"/>
    <dgm:cxn modelId="{C4048DD8-6024-4BA3-BD87-E91A4F99CF31}" type="presParOf" srcId="{6530181D-CE5A-4EAA-B5AE-FE3CC52FA2B5}" destId="{47039595-DDAE-45E5-B69A-8D86D7183C7E}" srcOrd="2" destOrd="0" presId="urn:microsoft.com/office/officeart/2018/2/layout/IconVerticalSolidList"/>
    <dgm:cxn modelId="{40042671-93B6-4E7E-AFAE-268692A7572A}" type="presParOf" srcId="{6530181D-CE5A-4EAA-B5AE-FE3CC52FA2B5}" destId="{C6D26370-8D51-43DF-8422-A7054231ADB5}" srcOrd="3" destOrd="0" presId="urn:microsoft.com/office/officeart/2018/2/layout/IconVerticalSolidList"/>
    <dgm:cxn modelId="{6D576AC6-2988-4285-BC84-7A1D4DDD7803}" type="presParOf" srcId="{EAD314D8-4674-4BE9-B03C-6F9312BFA855}" destId="{79D8924D-29BF-4E19-A0A5-9E0F7D2AE2A2}" srcOrd="3" destOrd="0" presId="urn:microsoft.com/office/officeart/2018/2/layout/IconVerticalSolidList"/>
    <dgm:cxn modelId="{FFB44E73-8C4C-4735-9FB6-2EAD46A087BB}" type="presParOf" srcId="{EAD314D8-4674-4BE9-B03C-6F9312BFA855}" destId="{CC4EAAAC-00FF-4946-B28C-7FBF2402A2C5}" srcOrd="4" destOrd="0" presId="urn:microsoft.com/office/officeart/2018/2/layout/IconVerticalSolidList"/>
    <dgm:cxn modelId="{7F4EFF7C-143E-4306-B948-A1E4C930848A}" type="presParOf" srcId="{CC4EAAAC-00FF-4946-B28C-7FBF2402A2C5}" destId="{BD49E139-8E01-4298-83DA-144602DCD3CC}" srcOrd="0" destOrd="0" presId="urn:microsoft.com/office/officeart/2018/2/layout/IconVerticalSolidList"/>
    <dgm:cxn modelId="{940D2797-1C0B-4CB9-99C5-F8048CE1689E}" type="presParOf" srcId="{CC4EAAAC-00FF-4946-B28C-7FBF2402A2C5}" destId="{C4C9E4DC-C43C-4CD7-B473-E9A0D8C05392}" srcOrd="1" destOrd="0" presId="urn:microsoft.com/office/officeart/2018/2/layout/IconVerticalSolidList"/>
    <dgm:cxn modelId="{6A31D56D-F477-40CD-8F96-BF52B5E73C23}" type="presParOf" srcId="{CC4EAAAC-00FF-4946-B28C-7FBF2402A2C5}" destId="{23C46A2C-9CB8-4606-9B47-AB2DDB3486B9}" srcOrd="2" destOrd="0" presId="urn:microsoft.com/office/officeart/2018/2/layout/IconVerticalSolidList"/>
    <dgm:cxn modelId="{7BD08D65-75C9-4427-A3F7-43F5519B7B5D}" type="presParOf" srcId="{CC4EAAAC-00FF-4946-B28C-7FBF2402A2C5}" destId="{80E2621F-232D-4283-B22E-ED5697CB8AD6}" srcOrd="3" destOrd="0" presId="urn:microsoft.com/office/officeart/2018/2/layout/IconVerticalSolidList"/>
    <dgm:cxn modelId="{FDFDC771-4205-4EA8-9BEB-F821E6D0FF6E}" type="presParOf" srcId="{EAD314D8-4674-4BE9-B03C-6F9312BFA855}" destId="{3E2F66F6-9285-4330-AC25-500EDE10D23F}" srcOrd="5" destOrd="0" presId="urn:microsoft.com/office/officeart/2018/2/layout/IconVerticalSolidList"/>
    <dgm:cxn modelId="{C2CE969A-3A88-4148-A351-B50FAE3AC48E}" type="presParOf" srcId="{EAD314D8-4674-4BE9-B03C-6F9312BFA855}" destId="{49E6102E-9DD0-4C27-973A-C01AE4980A83}" srcOrd="6" destOrd="0" presId="urn:microsoft.com/office/officeart/2018/2/layout/IconVerticalSolidList"/>
    <dgm:cxn modelId="{C837B7C6-DCEC-46E8-9030-88E40ADFACEA}" type="presParOf" srcId="{49E6102E-9DD0-4C27-973A-C01AE4980A83}" destId="{B58320A6-A54C-45F5-A055-D3DF7F050FD2}" srcOrd="0" destOrd="0" presId="urn:microsoft.com/office/officeart/2018/2/layout/IconVerticalSolidList"/>
    <dgm:cxn modelId="{2D47C13E-87A4-47F4-BA61-4A5B99E1861E}" type="presParOf" srcId="{49E6102E-9DD0-4C27-973A-C01AE4980A83}" destId="{37D35FC5-FFF0-41B8-96A2-D47652B33EC3}" srcOrd="1" destOrd="0" presId="urn:microsoft.com/office/officeart/2018/2/layout/IconVerticalSolidList"/>
    <dgm:cxn modelId="{C3B6FBBA-40AC-4382-977F-D2576C980714}" type="presParOf" srcId="{49E6102E-9DD0-4C27-973A-C01AE4980A83}" destId="{073FFBB7-89A9-4E60-94F3-DF63A053E836}" srcOrd="2" destOrd="0" presId="urn:microsoft.com/office/officeart/2018/2/layout/IconVerticalSolidList"/>
    <dgm:cxn modelId="{CD39A515-FB84-4F18-9FF6-F4C084BC770D}" type="presParOf" srcId="{49E6102E-9DD0-4C27-973A-C01AE4980A83}" destId="{737A49C8-95BD-4432-BC08-7A18D125BF2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47AC390-85D4-49BF-9063-4C65D662333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8575EA9-0D4D-439C-81B9-0A7204FCBD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1: Frontend prototype + mock API</a:t>
          </a:r>
        </a:p>
      </dgm:t>
    </dgm:pt>
    <dgm:pt modelId="{07802C0F-3F2C-4949-9428-143268151C4E}" type="parTrans" cxnId="{526754AE-5BC1-4230-965B-26954600CA81}">
      <dgm:prSet/>
      <dgm:spPr/>
      <dgm:t>
        <a:bodyPr/>
        <a:lstStyle/>
        <a:p>
          <a:endParaRPr lang="en-US"/>
        </a:p>
      </dgm:t>
    </dgm:pt>
    <dgm:pt modelId="{5492B4BA-70D8-419A-A91B-D1167475251D}" type="sibTrans" cxnId="{526754AE-5BC1-4230-965B-26954600CA81}">
      <dgm:prSet/>
      <dgm:spPr/>
      <dgm:t>
        <a:bodyPr/>
        <a:lstStyle/>
        <a:p>
          <a:endParaRPr lang="en-US"/>
        </a:p>
      </dgm:t>
    </dgm:pt>
    <dgm:pt modelId="{C3395636-796B-4FD3-ACCE-0D1F9A06A3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2: Real backend + persistence + async jobs</a:t>
          </a:r>
        </a:p>
      </dgm:t>
    </dgm:pt>
    <dgm:pt modelId="{6F11175F-7474-40CD-B324-04FFB6ED2BED}" type="parTrans" cxnId="{64C619A8-9C42-4A92-8DAD-B83C2AF3FFED}">
      <dgm:prSet/>
      <dgm:spPr/>
      <dgm:t>
        <a:bodyPr/>
        <a:lstStyle/>
        <a:p>
          <a:endParaRPr lang="en-US"/>
        </a:p>
      </dgm:t>
    </dgm:pt>
    <dgm:pt modelId="{0DAA02C7-7CD7-4B22-9673-A9F81C237B24}" type="sibTrans" cxnId="{64C619A8-9C42-4A92-8DAD-B83C2AF3FFED}">
      <dgm:prSet/>
      <dgm:spPr/>
      <dgm:t>
        <a:bodyPr/>
        <a:lstStyle/>
        <a:p>
          <a:endParaRPr lang="en-US"/>
        </a:p>
      </dgm:t>
    </dgm:pt>
    <dgm:pt modelId="{2A7634A3-4589-471D-AA2C-94F5808356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3: security hardening + HTTPS + admin auth</a:t>
          </a:r>
        </a:p>
      </dgm:t>
    </dgm:pt>
    <dgm:pt modelId="{EEF76B46-5211-41CD-BD5F-05E7139E0182}" type="parTrans" cxnId="{C038EF7A-AD4A-4CAB-9A66-6DBFFE9D2131}">
      <dgm:prSet/>
      <dgm:spPr/>
      <dgm:t>
        <a:bodyPr/>
        <a:lstStyle/>
        <a:p>
          <a:endParaRPr lang="en-US"/>
        </a:p>
      </dgm:t>
    </dgm:pt>
    <dgm:pt modelId="{64A38B0B-EDE5-4242-937E-A0E98A1657C0}" type="sibTrans" cxnId="{C038EF7A-AD4A-4CAB-9A66-6DBFFE9D2131}">
      <dgm:prSet/>
      <dgm:spPr/>
      <dgm:t>
        <a:bodyPr/>
        <a:lstStyle/>
        <a:p>
          <a:endParaRPr lang="en-US"/>
        </a:p>
      </dgm:t>
    </dgm:pt>
    <dgm:pt modelId="{AC430121-DBA6-4920-8EBE-6B2F13AF3C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4: segmentation + multi-user ownership controls</a:t>
          </a:r>
        </a:p>
      </dgm:t>
    </dgm:pt>
    <dgm:pt modelId="{1006A603-E84F-45F9-81D6-64913442BBD9}" type="parTrans" cxnId="{D004C00B-870E-4E90-A76D-3278B8B11050}">
      <dgm:prSet/>
      <dgm:spPr/>
      <dgm:t>
        <a:bodyPr/>
        <a:lstStyle/>
        <a:p>
          <a:endParaRPr lang="en-US"/>
        </a:p>
      </dgm:t>
    </dgm:pt>
    <dgm:pt modelId="{E94FE7FC-F721-40B1-A8BE-6006AC85BFA9}" type="sibTrans" cxnId="{D004C00B-870E-4E90-A76D-3278B8B11050}">
      <dgm:prSet/>
      <dgm:spPr/>
      <dgm:t>
        <a:bodyPr/>
        <a:lstStyle/>
        <a:p>
          <a:endParaRPr lang="en-US"/>
        </a:p>
      </dgm:t>
    </dgm:pt>
    <dgm:pt modelId="{EAD314D8-4674-4BE9-B03C-6F9312BFA855}" type="pres">
      <dgm:prSet presAssocID="{F47AC390-85D4-49BF-9063-4C65D6623337}" presName="root" presStyleCnt="0">
        <dgm:presLayoutVars>
          <dgm:dir/>
          <dgm:resizeHandles val="exact"/>
        </dgm:presLayoutVars>
      </dgm:prSet>
      <dgm:spPr/>
    </dgm:pt>
    <dgm:pt modelId="{4B26C103-DD46-41F9-BACC-CEFEF2435A0A}" type="pres">
      <dgm:prSet presAssocID="{B8575EA9-0D4D-439C-81B9-0A7204FCBD01}" presName="compNode" presStyleCnt="0"/>
      <dgm:spPr/>
    </dgm:pt>
    <dgm:pt modelId="{4A750E91-8412-46D9-A072-073EB0EF4B19}" type="pres">
      <dgm:prSet presAssocID="{B8575EA9-0D4D-439C-81B9-0A7204FCBD01}" presName="bgRect" presStyleLbl="bgShp" presStyleIdx="0" presStyleCnt="4"/>
      <dgm:spPr/>
    </dgm:pt>
    <dgm:pt modelId="{7A98881C-E873-4AFC-83ED-BD8BC59F1F46}" type="pres">
      <dgm:prSet presAssocID="{B8575EA9-0D4D-439C-81B9-0A7204FCBD0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051B8F7-AE57-48A5-A0C5-16EDEF075644}" type="pres">
      <dgm:prSet presAssocID="{B8575EA9-0D4D-439C-81B9-0A7204FCBD01}" presName="spaceRect" presStyleCnt="0"/>
      <dgm:spPr/>
    </dgm:pt>
    <dgm:pt modelId="{24301DE4-FB8E-452B-A856-B5A8AC3C1FBC}" type="pres">
      <dgm:prSet presAssocID="{B8575EA9-0D4D-439C-81B9-0A7204FCBD01}" presName="parTx" presStyleLbl="revTx" presStyleIdx="0" presStyleCnt="4">
        <dgm:presLayoutVars>
          <dgm:chMax val="0"/>
          <dgm:chPref val="0"/>
        </dgm:presLayoutVars>
      </dgm:prSet>
      <dgm:spPr/>
    </dgm:pt>
    <dgm:pt modelId="{6BF268E2-0BFC-4746-BE00-2932131E53D9}" type="pres">
      <dgm:prSet presAssocID="{5492B4BA-70D8-419A-A91B-D1167475251D}" presName="sibTrans" presStyleCnt="0"/>
      <dgm:spPr/>
    </dgm:pt>
    <dgm:pt modelId="{6530181D-CE5A-4EAA-B5AE-FE3CC52FA2B5}" type="pres">
      <dgm:prSet presAssocID="{C3395636-796B-4FD3-ACCE-0D1F9A06A399}" presName="compNode" presStyleCnt="0"/>
      <dgm:spPr/>
    </dgm:pt>
    <dgm:pt modelId="{1E88DE08-D15D-42F6-9C95-D8E4FF444F2C}" type="pres">
      <dgm:prSet presAssocID="{C3395636-796B-4FD3-ACCE-0D1F9A06A399}" presName="bgRect" presStyleLbl="bgShp" presStyleIdx="1" presStyleCnt="4"/>
      <dgm:spPr/>
    </dgm:pt>
    <dgm:pt modelId="{8D71A001-FC39-40B5-87C6-266434685C1D}" type="pres">
      <dgm:prSet presAssocID="{C3395636-796B-4FD3-ACCE-0D1F9A06A39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7039595-DDAE-45E5-B69A-8D86D7183C7E}" type="pres">
      <dgm:prSet presAssocID="{C3395636-796B-4FD3-ACCE-0D1F9A06A399}" presName="spaceRect" presStyleCnt="0"/>
      <dgm:spPr/>
    </dgm:pt>
    <dgm:pt modelId="{C6D26370-8D51-43DF-8422-A7054231ADB5}" type="pres">
      <dgm:prSet presAssocID="{C3395636-796B-4FD3-ACCE-0D1F9A06A399}" presName="parTx" presStyleLbl="revTx" presStyleIdx="1" presStyleCnt="4">
        <dgm:presLayoutVars>
          <dgm:chMax val="0"/>
          <dgm:chPref val="0"/>
        </dgm:presLayoutVars>
      </dgm:prSet>
      <dgm:spPr/>
    </dgm:pt>
    <dgm:pt modelId="{79D8924D-29BF-4E19-A0A5-9E0F7D2AE2A2}" type="pres">
      <dgm:prSet presAssocID="{0DAA02C7-7CD7-4B22-9673-A9F81C237B24}" presName="sibTrans" presStyleCnt="0"/>
      <dgm:spPr/>
    </dgm:pt>
    <dgm:pt modelId="{CC4EAAAC-00FF-4946-B28C-7FBF2402A2C5}" type="pres">
      <dgm:prSet presAssocID="{2A7634A3-4589-471D-AA2C-94F58083569C}" presName="compNode" presStyleCnt="0"/>
      <dgm:spPr/>
    </dgm:pt>
    <dgm:pt modelId="{BD49E139-8E01-4298-83DA-144602DCD3CC}" type="pres">
      <dgm:prSet presAssocID="{2A7634A3-4589-471D-AA2C-94F58083569C}" presName="bgRect" presStyleLbl="bgShp" presStyleIdx="2" presStyleCnt="4"/>
      <dgm:spPr/>
    </dgm:pt>
    <dgm:pt modelId="{C4C9E4DC-C43C-4CD7-B473-E9A0D8C05392}" type="pres">
      <dgm:prSet presAssocID="{2A7634A3-4589-471D-AA2C-94F58083569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3C46A2C-9CB8-4606-9B47-AB2DDB3486B9}" type="pres">
      <dgm:prSet presAssocID="{2A7634A3-4589-471D-AA2C-94F58083569C}" presName="spaceRect" presStyleCnt="0"/>
      <dgm:spPr/>
    </dgm:pt>
    <dgm:pt modelId="{80E2621F-232D-4283-B22E-ED5697CB8AD6}" type="pres">
      <dgm:prSet presAssocID="{2A7634A3-4589-471D-AA2C-94F58083569C}" presName="parTx" presStyleLbl="revTx" presStyleIdx="2" presStyleCnt="4">
        <dgm:presLayoutVars>
          <dgm:chMax val="0"/>
          <dgm:chPref val="0"/>
        </dgm:presLayoutVars>
      </dgm:prSet>
      <dgm:spPr/>
    </dgm:pt>
    <dgm:pt modelId="{3E2F66F6-9285-4330-AC25-500EDE10D23F}" type="pres">
      <dgm:prSet presAssocID="{64A38B0B-EDE5-4242-937E-A0E98A1657C0}" presName="sibTrans" presStyleCnt="0"/>
      <dgm:spPr/>
    </dgm:pt>
    <dgm:pt modelId="{49E6102E-9DD0-4C27-973A-C01AE4980A83}" type="pres">
      <dgm:prSet presAssocID="{AC430121-DBA6-4920-8EBE-6B2F13AF3C60}" presName="compNode" presStyleCnt="0"/>
      <dgm:spPr/>
    </dgm:pt>
    <dgm:pt modelId="{B58320A6-A54C-45F5-A055-D3DF7F050FD2}" type="pres">
      <dgm:prSet presAssocID="{AC430121-DBA6-4920-8EBE-6B2F13AF3C60}" presName="bgRect" presStyleLbl="bgShp" presStyleIdx="3" presStyleCnt="4"/>
      <dgm:spPr/>
    </dgm:pt>
    <dgm:pt modelId="{37D35FC5-FFF0-41B8-96A2-D47652B33EC3}" type="pres">
      <dgm:prSet presAssocID="{AC430121-DBA6-4920-8EBE-6B2F13AF3C6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073FFBB7-89A9-4E60-94F3-DF63A053E836}" type="pres">
      <dgm:prSet presAssocID="{AC430121-DBA6-4920-8EBE-6B2F13AF3C60}" presName="spaceRect" presStyleCnt="0"/>
      <dgm:spPr/>
    </dgm:pt>
    <dgm:pt modelId="{737A49C8-95BD-4432-BC08-7A18D125BF23}" type="pres">
      <dgm:prSet presAssocID="{AC430121-DBA6-4920-8EBE-6B2F13AF3C6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004C00B-870E-4E90-A76D-3278B8B11050}" srcId="{F47AC390-85D4-49BF-9063-4C65D6623337}" destId="{AC430121-DBA6-4920-8EBE-6B2F13AF3C60}" srcOrd="3" destOrd="0" parTransId="{1006A603-E84F-45F9-81D6-64913442BBD9}" sibTransId="{E94FE7FC-F721-40B1-A8BE-6006AC85BFA9}"/>
    <dgm:cxn modelId="{59EC8870-01FE-47F5-89E3-6D4AF8CEEAE6}" type="presOf" srcId="{2A7634A3-4589-471D-AA2C-94F58083569C}" destId="{80E2621F-232D-4283-B22E-ED5697CB8AD6}" srcOrd="0" destOrd="0" presId="urn:microsoft.com/office/officeart/2018/2/layout/IconVerticalSolidList"/>
    <dgm:cxn modelId="{E7CA9B79-E728-44E2-9C1E-C7A5B8F1A3D1}" type="presOf" srcId="{B8575EA9-0D4D-439C-81B9-0A7204FCBD01}" destId="{24301DE4-FB8E-452B-A856-B5A8AC3C1FBC}" srcOrd="0" destOrd="0" presId="urn:microsoft.com/office/officeart/2018/2/layout/IconVerticalSolidList"/>
    <dgm:cxn modelId="{C038EF7A-AD4A-4CAB-9A66-6DBFFE9D2131}" srcId="{F47AC390-85D4-49BF-9063-4C65D6623337}" destId="{2A7634A3-4589-471D-AA2C-94F58083569C}" srcOrd="2" destOrd="0" parTransId="{EEF76B46-5211-41CD-BD5F-05E7139E0182}" sibTransId="{64A38B0B-EDE5-4242-937E-A0E98A1657C0}"/>
    <dgm:cxn modelId="{45F966A2-3E8A-4C96-9813-DE830F6CE734}" type="presOf" srcId="{C3395636-796B-4FD3-ACCE-0D1F9A06A399}" destId="{C6D26370-8D51-43DF-8422-A7054231ADB5}" srcOrd="0" destOrd="0" presId="urn:microsoft.com/office/officeart/2018/2/layout/IconVerticalSolidList"/>
    <dgm:cxn modelId="{64C619A8-9C42-4A92-8DAD-B83C2AF3FFED}" srcId="{F47AC390-85D4-49BF-9063-4C65D6623337}" destId="{C3395636-796B-4FD3-ACCE-0D1F9A06A399}" srcOrd="1" destOrd="0" parTransId="{6F11175F-7474-40CD-B324-04FFB6ED2BED}" sibTransId="{0DAA02C7-7CD7-4B22-9673-A9F81C237B24}"/>
    <dgm:cxn modelId="{526754AE-5BC1-4230-965B-26954600CA81}" srcId="{F47AC390-85D4-49BF-9063-4C65D6623337}" destId="{B8575EA9-0D4D-439C-81B9-0A7204FCBD01}" srcOrd="0" destOrd="0" parTransId="{07802C0F-3F2C-4949-9428-143268151C4E}" sibTransId="{5492B4BA-70D8-419A-A91B-D1167475251D}"/>
    <dgm:cxn modelId="{E1A00ADF-A555-497D-BAD8-E107871F086C}" type="presOf" srcId="{AC430121-DBA6-4920-8EBE-6B2F13AF3C60}" destId="{737A49C8-95BD-4432-BC08-7A18D125BF23}" srcOrd="0" destOrd="0" presId="urn:microsoft.com/office/officeart/2018/2/layout/IconVerticalSolidList"/>
    <dgm:cxn modelId="{A0D743F5-9397-4E28-BCD1-43BEA4C13F6C}" type="presOf" srcId="{F47AC390-85D4-49BF-9063-4C65D6623337}" destId="{EAD314D8-4674-4BE9-B03C-6F9312BFA855}" srcOrd="0" destOrd="0" presId="urn:microsoft.com/office/officeart/2018/2/layout/IconVerticalSolidList"/>
    <dgm:cxn modelId="{E982BCF4-0EF6-4808-B11E-C029233D7798}" type="presParOf" srcId="{EAD314D8-4674-4BE9-B03C-6F9312BFA855}" destId="{4B26C103-DD46-41F9-BACC-CEFEF2435A0A}" srcOrd="0" destOrd="0" presId="urn:microsoft.com/office/officeart/2018/2/layout/IconVerticalSolidList"/>
    <dgm:cxn modelId="{E783549A-C777-41C7-89CC-E7F386861B80}" type="presParOf" srcId="{4B26C103-DD46-41F9-BACC-CEFEF2435A0A}" destId="{4A750E91-8412-46D9-A072-073EB0EF4B19}" srcOrd="0" destOrd="0" presId="urn:microsoft.com/office/officeart/2018/2/layout/IconVerticalSolidList"/>
    <dgm:cxn modelId="{0EE17645-FD37-4B41-9A27-69A291F4043B}" type="presParOf" srcId="{4B26C103-DD46-41F9-BACC-CEFEF2435A0A}" destId="{7A98881C-E873-4AFC-83ED-BD8BC59F1F46}" srcOrd="1" destOrd="0" presId="urn:microsoft.com/office/officeart/2018/2/layout/IconVerticalSolidList"/>
    <dgm:cxn modelId="{1B10164E-4E17-437C-96AC-D34CCBE716D2}" type="presParOf" srcId="{4B26C103-DD46-41F9-BACC-CEFEF2435A0A}" destId="{D051B8F7-AE57-48A5-A0C5-16EDEF075644}" srcOrd="2" destOrd="0" presId="urn:microsoft.com/office/officeart/2018/2/layout/IconVerticalSolidList"/>
    <dgm:cxn modelId="{4DCFF18B-DC55-4E69-8C75-3C73A276DC24}" type="presParOf" srcId="{4B26C103-DD46-41F9-BACC-CEFEF2435A0A}" destId="{24301DE4-FB8E-452B-A856-B5A8AC3C1FBC}" srcOrd="3" destOrd="0" presId="urn:microsoft.com/office/officeart/2018/2/layout/IconVerticalSolidList"/>
    <dgm:cxn modelId="{B075D7AE-B257-4CEB-A5A0-BF9D2CBD15AF}" type="presParOf" srcId="{EAD314D8-4674-4BE9-B03C-6F9312BFA855}" destId="{6BF268E2-0BFC-4746-BE00-2932131E53D9}" srcOrd="1" destOrd="0" presId="urn:microsoft.com/office/officeart/2018/2/layout/IconVerticalSolidList"/>
    <dgm:cxn modelId="{F746E6D2-99AD-4CF1-86A7-FA2993812599}" type="presParOf" srcId="{EAD314D8-4674-4BE9-B03C-6F9312BFA855}" destId="{6530181D-CE5A-4EAA-B5AE-FE3CC52FA2B5}" srcOrd="2" destOrd="0" presId="urn:microsoft.com/office/officeart/2018/2/layout/IconVerticalSolidList"/>
    <dgm:cxn modelId="{C208DDEE-06D6-4D54-9323-063D10B53C9B}" type="presParOf" srcId="{6530181D-CE5A-4EAA-B5AE-FE3CC52FA2B5}" destId="{1E88DE08-D15D-42F6-9C95-D8E4FF444F2C}" srcOrd="0" destOrd="0" presId="urn:microsoft.com/office/officeart/2018/2/layout/IconVerticalSolidList"/>
    <dgm:cxn modelId="{4E350E42-0B9F-486D-854B-7BC245EA1237}" type="presParOf" srcId="{6530181D-CE5A-4EAA-B5AE-FE3CC52FA2B5}" destId="{8D71A001-FC39-40B5-87C6-266434685C1D}" srcOrd="1" destOrd="0" presId="urn:microsoft.com/office/officeart/2018/2/layout/IconVerticalSolidList"/>
    <dgm:cxn modelId="{C4048DD8-6024-4BA3-BD87-E91A4F99CF31}" type="presParOf" srcId="{6530181D-CE5A-4EAA-B5AE-FE3CC52FA2B5}" destId="{47039595-DDAE-45E5-B69A-8D86D7183C7E}" srcOrd="2" destOrd="0" presId="urn:microsoft.com/office/officeart/2018/2/layout/IconVerticalSolidList"/>
    <dgm:cxn modelId="{40042671-93B6-4E7E-AFAE-268692A7572A}" type="presParOf" srcId="{6530181D-CE5A-4EAA-B5AE-FE3CC52FA2B5}" destId="{C6D26370-8D51-43DF-8422-A7054231ADB5}" srcOrd="3" destOrd="0" presId="urn:microsoft.com/office/officeart/2018/2/layout/IconVerticalSolidList"/>
    <dgm:cxn modelId="{6D576AC6-2988-4285-BC84-7A1D4DDD7803}" type="presParOf" srcId="{EAD314D8-4674-4BE9-B03C-6F9312BFA855}" destId="{79D8924D-29BF-4E19-A0A5-9E0F7D2AE2A2}" srcOrd="3" destOrd="0" presId="urn:microsoft.com/office/officeart/2018/2/layout/IconVerticalSolidList"/>
    <dgm:cxn modelId="{FFB44E73-8C4C-4735-9FB6-2EAD46A087BB}" type="presParOf" srcId="{EAD314D8-4674-4BE9-B03C-6F9312BFA855}" destId="{CC4EAAAC-00FF-4946-B28C-7FBF2402A2C5}" srcOrd="4" destOrd="0" presId="urn:microsoft.com/office/officeart/2018/2/layout/IconVerticalSolidList"/>
    <dgm:cxn modelId="{7F4EFF7C-143E-4306-B948-A1E4C930848A}" type="presParOf" srcId="{CC4EAAAC-00FF-4946-B28C-7FBF2402A2C5}" destId="{BD49E139-8E01-4298-83DA-144602DCD3CC}" srcOrd="0" destOrd="0" presId="urn:microsoft.com/office/officeart/2018/2/layout/IconVerticalSolidList"/>
    <dgm:cxn modelId="{940D2797-1C0B-4CB9-99C5-F8048CE1689E}" type="presParOf" srcId="{CC4EAAAC-00FF-4946-B28C-7FBF2402A2C5}" destId="{C4C9E4DC-C43C-4CD7-B473-E9A0D8C05392}" srcOrd="1" destOrd="0" presId="urn:microsoft.com/office/officeart/2018/2/layout/IconVerticalSolidList"/>
    <dgm:cxn modelId="{6A31D56D-F477-40CD-8F96-BF52B5E73C23}" type="presParOf" srcId="{CC4EAAAC-00FF-4946-B28C-7FBF2402A2C5}" destId="{23C46A2C-9CB8-4606-9B47-AB2DDB3486B9}" srcOrd="2" destOrd="0" presId="urn:microsoft.com/office/officeart/2018/2/layout/IconVerticalSolidList"/>
    <dgm:cxn modelId="{7BD08D65-75C9-4427-A3F7-43F5519B7B5D}" type="presParOf" srcId="{CC4EAAAC-00FF-4946-B28C-7FBF2402A2C5}" destId="{80E2621F-232D-4283-B22E-ED5697CB8AD6}" srcOrd="3" destOrd="0" presId="urn:microsoft.com/office/officeart/2018/2/layout/IconVerticalSolidList"/>
    <dgm:cxn modelId="{FDFDC771-4205-4EA8-9BEB-F821E6D0FF6E}" type="presParOf" srcId="{EAD314D8-4674-4BE9-B03C-6F9312BFA855}" destId="{3E2F66F6-9285-4330-AC25-500EDE10D23F}" srcOrd="5" destOrd="0" presId="urn:microsoft.com/office/officeart/2018/2/layout/IconVerticalSolidList"/>
    <dgm:cxn modelId="{C2CE969A-3A88-4148-A351-B50FAE3AC48E}" type="presParOf" srcId="{EAD314D8-4674-4BE9-B03C-6F9312BFA855}" destId="{49E6102E-9DD0-4C27-973A-C01AE4980A83}" srcOrd="6" destOrd="0" presId="urn:microsoft.com/office/officeart/2018/2/layout/IconVerticalSolidList"/>
    <dgm:cxn modelId="{C837B7C6-DCEC-46E8-9030-88E40ADFACEA}" type="presParOf" srcId="{49E6102E-9DD0-4C27-973A-C01AE4980A83}" destId="{B58320A6-A54C-45F5-A055-D3DF7F050FD2}" srcOrd="0" destOrd="0" presId="urn:microsoft.com/office/officeart/2018/2/layout/IconVerticalSolidList"/>
    <dgm:cxn modelId="{2D47C13E-87A4-47F4-BA61-4A5B99E1861E}" type="presParOf" srcId="{49E6102E-9DD0-4C27-973A-C01AE4980A83}" destId="{37D35FC5-FFF0-41B8-96A2-D47652B33EC3}" srcOrd="1" destOrd="0" presId="urn:microsoft.com/office/officeart/2018/2/layout/IconVerticalSolidList"/>
    <dgm:cxn modelId="{C3B6FBBA-40AC-4382-977F-D2576C980714}" type="presParOf" srcId="{49E6102E-9DD0-4C27-973A-C01AE4980A83}" destId="{073FFBB7-89A9-4E60-94F3-DF63A053E836}" srcOrd="2" destOrd="0" presId="urn:microsoft.com/office/officeart/2018/2/layout/IconVerticalSolidList"/>
    <dgm:cxn modelId="{CD39A515-FB84-4F18-9FF6-F4C084BC770D}" type="presParOf" srcId="{49E6102E-9DD0-4C27-973A-C01AE4980A83}" destId="{737A49C8-95BD-4432-BC08-7A18D125BF2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43ED3D-2A73-4E0B-840F-5B9979455F75}">
      <dsp:nvSpPr>
        <dsp:cNvPr id="0" name=""/>
        <dsp:cNvSpPr/>
      </dsp:nvSpPr>
      <dsp:spPr>
        <a:xfrm>
          <a:off x="0" y="0"/>
          <a:ext cx="7405962" cy="73682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Login</a:t>
          </a:r>
        </a:p>
      </dsp:txBody>
      <dsp:txXfrm>
        <a:off x="21581" y="21581"/>
        <a:ext cx="6524659" cy="693664"/>
      </dsp:txXfrm>
    </dsp:sp>
    <dsp:sp modelId="{740AE2CA-FAE9-4DF8-BA50-E61AC4F0FEA1}">
      <dsp:nvSpPr>
        <dsp:cNvPr id="0" name=""/>
        <dsp:cNvSpPr/>
      </dsp:nvSpPr>
      <dsp:spPr>
        <a:xfrm>
          <a:off x="553042" y="839163"/>
          <a:ext cx="7405962" cy="736826"/>
        </a:xfrm>
        <a:prstGeom prst="roundRect">
          <a:avLst>
            <a:gd name="adj" fmla="val 10000"/>
          </a:avLst>
        </a:prstGeom>
        <a:solidFill>
          <a:schemeClr val="accent2">
            <a:hueOff val="-741071"/>
            <a:satOff val="3550"/>
            <a:lumOff val="328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Upload Image</a:t>
          </a:r>
        </a:p>
      </dsp:txBody>
      <dsp:txXfrm>
        <a:off x="574623" y="860744"/>
        <a:ext cx="6330820" cy="693664"/>
      </dsp:txXfrm>
    </dsp:sp>
    <dsp:sp modelId="{1F20F1DD-225C-4364-8328-11F79C0C5084}">
      <dsp:nvSpPr>
        <dsp:cNvPr id="0" name=""/>
        <dsp:cNvSpPr/>
      </dsp:nvSpPr>
      <dsp:spPr>
        <a:xfrm>
          <a:off x="1106085" y="1678327"/>
          <a:ext cx="7405962" cy="736826"/>
        </a:xfrm>
        <a:prstGeom prst="roundRect">
          <a:avLst>
            <a:gd name="adj" fmla="val 10000"/>
          </a:avLst>
        </a:prstGeom>
        <a:solidFill>
          <a:schemeClr val="accent2">
            <a:hueOff val="-1482143"/>
            <a:satOff val="7100"/>
            <a:lumOff val="656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Create Processing Job</a:t>
          </a:r>
        </a:p>
      </dsp:txBody>
      <dsp:txXfrm>
        <a:off x="1127666" y="1699908"/>
        <a:ext cx="6330820" cy="693664"/>
      </dsp:txXfrm>
    </dsp:sp>
    <dsp:sp modelId="{81F15D86-3F47-4EBD-B0D8-9E898E2759C5}">
      <dsp:nvSpPr>
        <dsp:cNvPr id="0" name=""/>
        <dsp:cNvSpPr/>
      </dsp:nvSpPr>
      <dsp:spPr>
        <a:xfrm>
          <a:off x="1659127" y="2517491"/>
          <a:ext cx="7405962" cy="736826"/>
        </a:xfrm>
        <a:prstGeom prst="roundRect">
          <a:avLst>
            <a:gd name="adj" fmla="val 10000"/>
          </a:avLst>
        </a:prstGeom>
        <a:solidFill>
          <a:schemeClr val="accent2">
            <a:hueOff val="-2223214"/>
            <a:satOff val="10650"/>
            <a:lumOff val="985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Track job status</a:t>
          </a:r>
        </a:p>
      </dsp:txBody>
      <dsp:txXfrm>
        <a:off x="1680708" y="2539072"/>
        <a:ext cx="6330820" cy="693664"/>
      </dsp:txXfrm>
    </dsp:sp>
    <dsp:sp modelId="{4F1BCA96-DB05-4238-949C-9429D7040458}">
      <dsp:nvSpPr>
        <dsp:cNvPr id="0" name=""/>
        <dsp:cNvSpPr/>
      </dsp:nvSpPr>
      <dsp:spPr>
        <a:xfrm>
          <a:off x="2212170" y="3356655"/>
          <a:ext cx="7405962" cy="736826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View results and metrics</a:t>
          </a:r>
        </a:p>
      </dsp:txBody>
      <dsp:txXfrm>
        <a:off x="2233751" y="3378236"/>
        <a:ext cx="6330820" cy="693664"/>
      </dsp:txXfrm>
    </dsp:sp>
    <dsp:sp modelId="{8C5806B4-8068-4A30-A429-7658D8AA83D3}">
      <dsp:nvSpPr>
        <dsp:cNvPr id="0" name=""/>
        <dsp:cNvSpPr/>
      </dsp:nvSpPr>
      <dsp:spPr>
        <a:xfrm>
          <a:off x="6927025" y="538292"/>
          <a:ext cx="478937" cy="47893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034786" y="538292"/>
        <a:ext cx="263415" cy="360400"/>
      </dsp:txXfrm>
    </dsp:sp>
    <dsp:sp modelId="{70F55803-A8C4-4AA1-B3F2-3BB20D372718}">
      <dsp:nvSpPr>
        <dsp:cNvPr id="0" name=""/>
        <dsp:cNvSpPr/>
      </dsp:nvSpPr>
      <dsp:spPr>
        <a:xfrm>
          <a:off x="7480067" y="1377456"/>
          <a:ext cx="478937" cy="47893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363946"/>
            <a:satOff val="15036"/>
            <a:lumOff val="1432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363946"/>
              <a:satOff val="15036"/>
              <a:lumOff val="143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587828" y="1377456"/>
        <a:ext cx="263415" cy="360400"/>
      </dsp:txXfrm>
    </dsp:sp>
    <dsp:sp modelId="{779D1431-EE8D-4A1F-81D4-FED7C3287DBE}">
      <dsp:nvSpPr>
        <dsp:cNvPr id="0" name=""/>
        <dsp:cNvSpPr/>
      </dsp:nvSpPr>
      <dsp:spPr>
        <a:xfrm>
          <a:off x="8033110" y="2204340"/>
          <a:ext cx="478937" cy="47893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727893"/>
            <a:satOff val="30071"/>
            <a:lumOff val="2864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727893"/>
              <a:satOff val="30071"/>
              <a:lumOff val="286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140871" y="2204340"/>
        <a:ext cx="263415" cy="360400"/>
      </dsp:txXfrm>
    </dsp:sp>
    <dsp:sp modelId="{E2853E3D-605B-4686-A0C2-59E07192E5C9}">
      <dsp:nvSpPr>
        <dsp:cNvPr id="0" name=""/>
        <dsp:cNvSpPr/>
      </dsp:nvSpPr>
      <dsp:spPr>
        <a:xfrm>
          <a:off x="8586152" y="3051690"/>
          <a:ext cx="478937" cy="47893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693913" y="3051690"/>
        <a:ext cx="263415" cy="3604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43ED3D-2A73-4E0B-840F-5B9979455F75}">
      <dsp:nvSpPr>
        <dsp:cNvPr id="0" name=""/>
        <dsp:cNvSpPr/>
      </dsp:nvSpPr>
      <dsp:spPr>
        <a:xfrm>
          <a:off x="0" y="0"/>
          <a:ext cx="7405962" cy="73682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Login</a:t>
          </a:r>
        </a:p>
      </dsp:txBody>
      <dsp:txXfrm>
        <a:off x="21581" y="21581"/>
        <a:ext cx="6524659" cy="693664"/>
      </dsp:txXfrm>
    </dsp:sp>
    <dsp:sp modelId="{740AE2CA-FAE9-4DF8-BA50-E61AC4F0FEA1}">
      <dsp:nvSpPr>
        <dsp:cNvPr id="0" name=""/>
        <dsp:cNvSpPr/>
      </dsp:nvSpPr>
      <dsp:spPr>
        <a:xfrm>
          <a:off x="553042" y="839163"/>
          <a:ext cx="7405962" cy="736826"/>
        </a:xfrm>
        <a:prstGeom prst="roundRect">
          <a:avLst>
            <a:gd name="adj" fmla="val 10000"/>
          </a:avLst>
        </a:prstGeom>
        <a:solidFill>
          <a:schemeClr val="accent2">
            <a:hueOff val="-741071"/>
            <a:satOff val="3550"/>
            <a:lumOff val="328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Upload Image</a:t>
          </a:r>
        </a:p>
      </dsp:txBody>
      <dsp:txXfrm>
        <a:off x="574623" y="860744"/>
        <a:ext cx="6330820" cy="693664"/>
      </dsp:txXfrm>
    </dsp:sp>
    <dsp:sp modelId="{1F20F1DD-225C-4364-8328-11F79C0C5084}">
      <dsp:nvSpPr>
        <dsp:cNvPr id="0" name=""/>
        <dsp:cNvSpPr/>
      </dsp:nvSpPr>
      <dsp:spPr>
        <a:xfrm>
          <a:off x="1106085" y="1678327"/>
          <a:ext cx="7405962" cy="736826"/>
        </a:xfrm>
        <a:prstGeom prst="roundRect">
          <a:avLst>
            <a:gd name="adj" fmla="val 10000"/>
          </a:avLst>
        </a:prstGeom>
        <a:solidFill>
          <a:schemeClr val="accent2">
            <a:hueOff val="-1482143"/>
            <a:satOff val="7100"/>
            <a:lumOff val="656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Create Processing Job</a:t>
          </a:r>
        </a:p>
      </dsp:txBody>
      <dsp:txXfrm>
        <a:off x="1127666" y="1699908"/>
        <a:ext cx="6330820" cy="693664"/>
      </dsp:txXfrm>
    </dsp:sp>
    <dsp:sp modelId="{81F15D86-3F47-4EBD-B0D8-9E898E2759C5}">
      <dsp:nvSpPr>
        <dsp:cNvPr id="0" name=""/>
        <dsp:cNvSpPr/>
      </dsp:nvSpPr>
      <dsp:spPr>
        <a:xfrm>
          <a:off x="1659127" y="2517491"/>
          <a:ext cx="7405962" cy="736826"/>
        </a:xfrm>
        <a:prstGeom prst="roundRect">
          <a:avLst>
            <a:gd name="adj" fmla="val 10000"/>
          </a:avLst>
        </a:prstGeom>
        <a:solidFill>
          <a:schemeClr val="accent2">
            <a:hueOff val="-2223214"/>
            <a:satOff val="10650"/>
            <a:lumOff val="985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Track job status</a:t>
          </a:r>
        </a:p>
      </dsp:txBody>
      <dsp:txXfrm>
        <a:off x="1680708" y="2539072"/>
        <a:ext cx="6330820" cy="693664"/>
      </dsp:txXfrm>
    </dsp:sp>
    <dsp:sp modelId="{4F1BCA96-DB05-4238-949C-9429D7040458}">
      <dsp:nvSpPr>
        <dsp:cNvPr id="0" name=""/>
        <dsp:cNvSpPr/>
      </dsp:nvSpPr>
      <dsp:spPr>
        <a:xfrm>
          <a:off x="2212170" y="3356655"/>
          <a:ext cx="7405962" cy="736826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View results and metrics</a:t>
          </a:r>
        </a:p>
      </dsp:txBody>
      <dsp:txXfrm>
        <a:off x="2233751" y="3378236"/>
        <a:ext cx="6330820" cy="693664"/>
      </dsp:txXfrm>
    </dsp:sp>
    <dsp:sp modelId="{8C5806B4-8068-4A30-A429-7658D8AA83D3}">
      <dsp:nvSpPr>
        <dsp:cNvPr id="0" name=""/>
        <dsp:cNvSpPr/>
      </dsp:nvSpPr>
      <dsp:spPr>
        <a:xfrm>
          <a:off x="6927025" y="538292"/>
          <a:ext cx="478937" cy="47893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034786" y="538292"/>
        <a:ext cx="263415" cy="360400"/>
      </dsp:txXfrm>
    </dsp:sp>
    <dsp:sp modelId="{70F55803-A8C4-4AA1-B3F2-3BB20D372718}">
      <dsp:nvSpPr>
        <dsp:cNvPr id="0" name=""/>
        <dsp:cNvSpPr/>
      </dsp:nvSpPr>
      <dsp:spPr>
        <a:xfrm>
          <a:off x="7480067" y="1377456"/>
          <a:ext cx="478937" cy="47893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363946"/>
            <a:satOff val="15036"/>
            <a:lumOff val="1432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363946"/>
              <a:satOff val="15036"/>
              <a:lumOff val="143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587828" y="1377456"/>
        <a:ext cx="263415" cy="360400"/>
      </dsp:txXfrm>
    </dsp:sp>
    <dsp:sp modelId="{779D1431-EE8D-4A1F-81D4-FED7C3287DBE}">
      <dsp:nvSpPr>
        <dsp:cNvPr id="0" name=""/>
        <dsp:cNvSpPr/>
      </dsp:nvSpPr>
      <dsp:spPr>
        <a:xfrm>
          <a:off x="8033110" y="2204340"/>
          <a:ext cx="478937" cy="47893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727893"/>
            <a:satOff val="30071"/>
            <a:lumOff val="2864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727893"/>
              <a:satOff val="30071"/>
              <a:lumOff val="286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140871" y="2204340"/>
        <a:ext cx="263415" cy="360400"/>
      </dsp:txXfrm>
    </dsp:sp>
    <dsp:sp modelId="{E2853E3D-605B-4686-A0C2-59E07192E5C9}">
      <dsp:nvSpPr>
        <dsp:cNvPr id="0" name=""/>
        <dsp:cNvSpPr/>
      </dsp:nvSpPr>
      <dsp:spPr>
        <a:xfrm>
          <a:off x="8586152" y="3051690"/>
          <a:ext cx="478937" cy="47893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693913" y="3051690"/>
        <a:ext cx="263415" cy="3604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634FD3-E71F-499C-9852-5EB0497419A8}">
      <dsp:nvSpPr>
        <dsp:cNvPr id="0" name=""/>
        <dsp:cNvSpPr/>
      </dsp:nvSpPr>
      <dsp:spPr>
        <a:xfrm>
          <a:off x="0" y="0"/>
          <a:ext cx="7694506" cy="9005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POST /api/images &gt; validate + store + segment</a:t>
          </a:r>
        </a:p>
      </dsp:txBody>
      <dsp:txXfrm>
        <a:off x="26377" y="26377"/>
        <a:ext cx="6646626" cy="847812"/>
      </dsp:txXfrm>
    </dsp:sp>
    <dsp:sp modelId="{9DFEF397-EA12-4FBE-9A9B-B4CFB7A6C603}">
      <dsp:nvSpPr>
        <dsp:cNvPr id="0" name=""/>
        <dsp:cNvSpPr/>
      </dsp:nvSpPr>
      <dsp:spPr>
        <a:xfrm>
          <a:off x="644414" y="1064305"/>
          <a:ext cx="7694506" cy="900566"/>
        </a:xfrm>
        <a:prstGeom prst="roundRect">
          <a:avLst>
            <a:gd name="adj" fmla="val 10000"/>
          </a:avLst>
        </a:prstGeom>
        <a:solidFill>
          <a:schemeClr val="accent2">
            <a:hueOff val="-988095"/>
            <a:satOff val="4733"/>
            <a:lumOff val="437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POST /api/jobs &gt; queue background job</a:t>
          </a:r>
        </a:p>
      </dsp:txBody>
      <dsp:txXfrm>
        <a:off x="670791" y="1090682"/>
        <a:ext cx="6411969" cy="847812"/>
      </dsp:txXfrm>
    </dsp:sp>
    <dsp:sp modelId="{1A3B8C50-9457-4E34-A1EC-618E569BE9A1}">
      <dsp:nvSpPr>
        <dsp:cNvPr id="0" name=""/>
        <dsp:cNvSpPr/>
      </dsp:nvSpPr>
      <dsp:spPr>
        <a:xfrm>
          <a:off x="1279211" y="2128610"/>
          <a:ext cx="7694506" cy="900566"/>
        </a:xfrm>
        <a:prstGeom prst="roundRect">
          <a:avLst>
            <a:gd name="adj" fmla="val 10000"/>
          </a:avLst>
        </a:prstGeom>
        <a:solidFill>
          <a:schemeClr val="accent2">
            <a:hueOff val="-1976191"/>
            <a:satOff val="9467"/>
            <a:lumOff val="875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Job states: queued &gt; running &gt; done/failed</a:t>
          </a:r>
        </a:p>
      </dsp:txBody>
      <dsp:txXfrm>
        <a:off x="1305588" y="2154987"/>
        <a:ext cx="6421587" cy="847812"/>
      </dsp:txXfrm>
    </dsp:sp>
    <dsp:sp modelId="{407D43B0-2BE7-4689-8198-558A36BB248D}">
      <dsp:nvSpPr>
        <dsp:cNvPr id="0" name=""/>
        <dsp:cNvSpPr/>
      </dsp:nvSpPr>
      <dsp:spPr>
        <a:xfrm>
          <a:off x="1923626" y="3192915"/>
          <a:ext cx="7694506" cy="900566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GET /api/jobs/{job_id} for status/detail</a:t>
          </a:r>
        </a:p>
      </dsp:txBody>
      <dsp:txXfrm>
        <a:off x="1950003" y="3219292"/>
        <a:ext cx="6411969" cy="847812"/>
      </dsp:txXfrm>
    </dsp:sp>
    <dsp:sp modelId="{A88EEAE6-A570-4067-9443-9C79DCE81F24}">
      <dsp:nvSpPr>
        <dsp:cNvPr id="0" name=""/>
        <dsp:cNvSpPr/>
      </dsp:nvSpPr>
      <dsp:spPr>
        <a:xfrm>
          <a:off x="7109138" y="689751"/>
          <a:ext cx="585367" cy="5853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240846" y="689751"/>
        <a:ext cx="321951" cy="440489"/>
      </dsp:txXfrm>
    </dsp:sp>
    <dsp:sp modelId="{A5FCE07E-FFEF-4559-9AD9-256FB9C1EE61}">
      <dsp:nvSpPr>
        <dsp:cNvPr id="0" name=""/>
        <dsp:cNvSpPr/>
      </dsp:nvSpPr>
      <dsp:spPr>
        <a:xfrm>
          <a:off x="7753553" y="1754057"/>
          <a:ext cx="585367" cy="5853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045920"/>
            <a:satOff val="22554"/>
            <a:lumOff val="2148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045920"/>
              <a:satOff val="22554"/>
              <a:lumOff val="214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885261" y="1754057"/>
        <a:ext cx="321951" cy="440489"/>
      </dsp:txXfrm>
    </dsp:sp>
    <dsp:sp modelId="{57DF10E5-E5A6-4579-B411-50CB64BCC826}">
      <dsp:nvSpPr>
        <dsp:cNvPr id="0" name=""/>
        <dsp:cNvSpPr/>
      </dsp:nvSpPr>
      <dsp:spPr>
        <a:xfrm>
          <a:off x="8388350" y="2818362"/>
          <a:ext cx="585367" cy="5853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520058" y="2818362"/>
        <a:ext cx="321951" cy="4404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43ED3D-2A73-4E0B-840F-5B9979455F75}">
      <dsp:nvSpPr>
        <dsp:cNvPr id="0" name=""/>
        <dsp:cNvSpPr/>
      </dsp:nvSpPr>
      <dsp:spPr>
        <a:xfrm>
          <a:off x="0" y="0"/>
          <a:ext cx="7405962" cy="73682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Login</a:t>
          </a:r>
        </a:p>
      </dsp:txBody>
      <dsp:txXfrm>
        <a:off x="21581" y="21581"/>
        <a:ext cx="6524659" cy="693664"/>
      </dsp:txXfrm>
    </dsp:sp>
    <dsp:sp modelId="{740AE2CA-FAE9-4DF8-BA50-E61AC4F0FEA1}">
      <dsp:nvSpPr>
        <dsp:cNvPr id="0" name=""/>
        <dsp:cNvSpPr/>
      </dsp:nvSpPr>
      <dsp:spPr>
        <a:xfrm>
          <a:off x="553042" y="839163"/>
          <a:ext cx="7405962" cy="736826"/>
        </a:xfrm>
        <a:prstGeom prst="roundRect">
          <a:avLst>
            <a:gd name="adj" fmla="val 10000"/>
          </a:avLst>
        </a:prstGeom>
        <a:solidFill>
          <a:schemeClr val="accent2">
            <a:hueOff val="-741071"/>
            <a:satOff val="3550"/>
            <a:lumOff val="328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Upload Image</a:t>
          </a:r>
        </a:p>
      </dsp:txBody>
      <dsp:txXfrm>
        <a:off x="574623" y="860744"/>
        <a:ext cx="6330820" cy="693664"/>
      </dsp:txXfrm>
    </dsp:sp>
    <dsp:sp modelId="{1F20F1DD-225C-4364-8328-11F79C0C5084}">
      <dsp:nvSpPr>
        <dsp:cNvPr id="0" name=""/>
        <dsp:cNvSpPr/>
      </dsp:nvSpPr>
      <dsp:spPr>
        <a:xfrm>
          <a:off x="1106085" y="1678327"/>
          <a:ext cx="7405962" cy="736826"/>
        </a:xfrm>
        <a:prstGeom prst="roundRect">
          <a:avLst>
            <a:gd name="adj" fmla="val 10000"/>
          </a:avLst>
        </a:prstGeom>
        <a:solidFill>
          <a:schemeClr val="accent2">
            <a:hueOff val="-1482143"/>
            <a:satOff val="7100"/>
            <a:lumOff val="656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Create Processing Job</a:t>
          </a:r>
        </a:p>
      </dsp:txBody>
      <dsp:txXfrm>
        <a:off x="1127666" y="1699908"/>
        <a:ext cx="6330820" cy="693664"/>
      </dsp:txXfrm>
    </dsp:sp>
    <dsp:sp modelId="{81F15D86-3F47-4EBD-B0D8-9E898E2759C5}">
      <dsp:nvSpPr>
        <dsp:cNvPr id="0" name=""/>
        <dsp:cNvSpPr/>
      </dsp:nvSpPr>
      <dsp:spPr>
        <a:xfrm>
          <a:off x="1659127" y="2517491"/>
          <a:ext cx="7405962" cy="736826"/>
        </a:xfrm>
        <a:prstGeom prst="roundRect">
          <a:avLst>
            <a:gd name="adj" fmla="val 10000"/>
          </a:avLst>
        </a:prstGeom>
        <a:solidFill>
          <a:schemeClr val="accent2">
            <a:hueOff val="-2223214"/>
            <a:satOff val="10650"/>
            <a:lumOff val="985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Track job status</a:t>
          </a:r>
        </a:p>
      </dsp:txBody>
      <dsp:txXfrm>
        <a:off x="1680708" y="2539072"/>
        <a:ext cx="6330820" cy="693664"/>
      </dsp:txXfrm>
    </dsp:sp>
    <dsp:sp modelId="{4F1BCA96-DB05-4238-949C-9429D7040458}">
      <dsp:nvSpPr>
        <dsp:cNvPr id="0" name=""/>
        <dsp:cNvSpPr/>
      </dsp:nvSpPr>
      <dsp:spPr>
        <a:xfrm>
          <a:off x="2212170" y="3356655"/>
          <a:ext cx="7405962" cy="736826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View results and metrics</a:t>
          </a:r>
        </a:p>
      </dsp:txBody>
      <dsp:txXfrm>
        <a:off x="2233751" y="3378236"/>
        <a:ext cx="6330820" cy="693664"/>
      </dsp:txXfrm>
    </dsp:sp>
    <dsp:sp modelId="{8C5806B4-8068-4A30-A429-7658D8AA83D3}">
      <dsp:nvSpPr>
        <dsp:cNvPr id="0" name=""/>
        <dsp:cNvSpPr/>
      </dsp:nvSpPr>
      <dsp:spPr>
        <a:xfrm>
          <a:off x="6927025" y="538292"/>
          <a:ext cx="478937" cy="47893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034786" y="538292"/>
        <a:ext cx="263415" cy="360400"/>
      </dsp:txXfrm>
    </dsp:sp>
    <dsp:sp modelId="{70F55803-A8C4-4AA1-B3F2-3BB20D372718}">
      <dsp:nvSpPr>
        <dsp:cNvPr id="0" name=""/>
        <dsp:cNvSpPr/>
      </dsp:nvSpPr>
      <dsp:spPr>
        <a:xfrm>
          <a:off x="7480067" y="1377456"/>
          <a:ext cx="478937" cy="47893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363946"/>
            <a:satOff val="15036"/>
            <a:lumOff val="1432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363946"/>
              <a:satOff val="15036"/>
              <a:lumOff val="143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587828" y="1377456"/>
        <a:ext cx="263415" cy="360400"/>
      </dsp:txXfrm>
    </dsp:sp>
    <dsp:sp modelId="{779D1431-EE8D-4A1F-81D4-FED7C3287DBE}">
      <dsp:nvSpPr>
        <dsp:cNvPr id="0" name=""/>
        <dsp:cNvSpPr/>
      </dsp:nvSpPr>
      <dsp:spPr>
        <a:xfrm>
          <a:off x="8033110" y="2204340"/>
          <a:ext cx="478937" cy="47893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727893"/>
            <a:satOff val="30071"/>
            <a:lumOff val="2864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727893"/>
              <a:satOff val="30071"/>
              <a:lumOff val="286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140871" y="2204340"/>
        <a:ext cx="263415" cy="360400"/>
      </dsp:txXfrm>
    </dsp:sp>
    <dsp:sp modelId="{E2853E3D-605B-4686-A0C2-59E07192E5C9}">
      <dsp:nvSpPr>
        <dsp:cNvPr id="0" name=""/>
        <dsp:cNvSpPr/>
      </dsp:nvSpPr>
      <dsp:spPr>
        <a:xfrm>
          <a:off x="8586152" y="3051690"/>
          <a:ext cx="478937" cy="47893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693913" y="3051690"/>
        <a:ext cx="263415" cy="3604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634FD3-E71F-499C-9852-5EB0497419A8}">
      <dsp:nvSpPr>
        <dsp:cNvPr id="0" name=""/>
        <dsp:cNvSpPr/>
      </dsp:nvSpPr>
      <dsp:spPr>
        <a:xfrm>
          <a:off x="0" y="0"/>
          <a:ext cx="7694506" cy="9005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POST /api/images &gt; validate + store + segment</a:t>
          </a:r>
        </a:p>
      </dsp:txBody>
      <dsp:txXfrm>
        <a:off x="26377" y="26377"/>
        <a:ext cx="6646626" cy="847812"/>
      </dsp:txXfrm>
    </dsp:sp>
    <dsp:sp modelId="{9DFEF397-EA12-4FBE-9A9B-B4CFB7A6C603}">
      <dsp:nvSpPr>
        <dsp:cNvPr id="0" name=""/>
        <dsp:cNvSpPr/>
      </dsp:nvSpPr>
      <dsp:spPr>
        <a:xfrm>
          <a:off x="644414" y="1064305"/>
          <a:ext cx="7694506" cy="900566"/>
        </a:xfrm>
        <a:prstGeom prst="roundRect">
          <a:avLst>
            <a:gd name="adj" fmla="val 10000"/>
          </a:avLst>
        </a:prstGeom>
        <a:solidFill>
          <a:schemeClr val="accent2">
            <a:hueOff val="-988095"/>
            <a:satOff val="4733"/>
            <a:lumOff val="437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POST /api/jobs &gt; queue background job</a:t>
          </a:r>
        </a:p>
      </dsp:txBody>
      <dsp:txXfrm>
        <a:off x="670791" y="1090682"/>
        <a:ext cx="6411969" cy="847812"/>
      </dsp:txXfrm>
    </dsp:sp>
    <dsp:sp modelId="{1A3B8C50-9457-4E34-A1EC-618E569BE9A1}">
      <dsp:nvSpPr>
        <dsp:cNvPr id="0" name=""/>
        <dsp:cNvSpPr/>
      </dsp:nvSpPr>
      <dsp:spPr>
        <a:xfrm>
          <a:off x="1279211" y="2128610"/>
          <a:ext cx="7694506" cy="900566"/>
        </a:xfrm>
        <a:prstGeom prst="roundRect">
          <a:avLst>
            <a:gd name="adj" fmla="val 10000"/>
          </a:avLst>
        </a:prstGeom>
        <a:solidFill>
          <a:schemeClr val="accent2">
            <a:hueOff val="-1976191"/>
            <a:satOff val="9467"/>
            <a:lumOff val="875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Job states: queued &gt; running &gt; done/failed</a:t>
          </a:r>
        </a:p>
      </dsp:txBody>
      <dsp:txXfrm>
        <a:off x="1305588" y="2154987"/>
        <a:ext cx="6421587" cy="847812"/>
      </dsp:txXfrm>
    </dsp:sp>
    <dsp:sp modelId="{407D43B0-2BE7-4689-8198-558A36BB248D}">
      <dsp:nvSpPr>
        <dsp:cNvPr id="0" name=""/>
        <dsp:cNvSpPr/>
      </dsp:nvSpPr>
      <dsp:spPr>
        <a:xfrm>
          <a:off x="1923626" y="3192915"/>
          <a:ext cx="7694506" cy="900566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GET /api/jobs/{job_id} for status/detail</a:t>
          </a:r>
        </a:p>
      </dsp:txBody>
      <dsp:txXfrm>
        <a:off x="1950003" y="3219292"/>
        <a:ext cx="6411969" cy="847812"/>
      </dsp:txXfrm>
    </dsp:sp>
    <dsp:sp modelId="{A88EEAE6-A570-4067-9443-9C79DCE81F24}">
      <dsp:nvSpPr>
        <dsp:cNvPr id="0" name=""/>
        <dsp:cNvSpPr/>
      </dsp:nvSpPr>
      <dsp:spPr>
        <a:xfrm>
          <a:off x="7109138" y="689751"/>
          <a:ext cx="585367" cy="5853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240846" y="689751"/>
        <a:ext cx="321951" cy="440489"/>
      </dsp:txXfrm>
    </dsp:sp>
    <dsp:sp modelId="{A5FCE07E-FFEF-4559-9AD9-256FB9C1EE61}">
      <dsp:nvSpPr>
        <dsp:cNvPr id="0" name=""/>
        <dsp:cNvSpPr/>
      </dsp:nvSpPr>
      <dsp:spPr>
        <a:xfrm>
          <a:off x="7753553" y="1754057"/>
          <a:ext cx="585367" cy="5853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045920"/>
            <a:satOff val="22554"/>
            <a:lumOff val="2148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045920"/>
              <a:satOff val="22554"/>
              <a:lumOff val="214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885261" y="1754057"/>
        <a:ext cx="321951" cy="440489"/>
      </dsp:txXfrm>
    </dsp:sp>
    <dsp:sp modelId="{57DF10E5-E5A6-4579-B411-50CB64BCC826}">
      <dsp:nvSpPr>
        <dsp:cNvPr id="0" name=""/>
        <dsp:cNvSpPr/>
      </dsp:nvSpPr>
      <dsp:spPr>
        <a:xfrm>
          <a:off x="8388350" y="2818362"/>
          <a:ext cx="585367" cy="5853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520058" y="2818362"/>
        <a:ext cx="321951" cy="44048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F7379A-8159-4A8A-B660-CAE7E759A708}">
      <dsp:nvSpPr>
        <dsp:cNvPr id="0" name=""/>
        <dsp:cNvSpPr/>
      </dsp:nvSpPr>
      <dsp:spPr>
        <a:xfrm>
          <a:off x="594007" y="854241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9CCFE8-C39C-424A-8098-56E2D6DB5833}">
      <dsp:nvSpPr>
        <dsp:cNvPr id="0" name=""/>
        <dsp:cNvSpPr/>
      </dsp:nvSpPr>
      <dsp:spPr>
        <a:xfrm>
          <a:off x="828007" y="1088241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81AC2E-C922-435B-B69D-D31733879039}">
      <dsp:nvSpPr>
        <dsp:cNvPr id="0" name=""/>
        <dsp:cNvSpPr/>
      </dsp:nvSpPr>
      <dsp:spPr>
        <a:xfrm>
          <a:off x="243007" y="2294241"/>
          <a:ext cx="1800000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Bearer token authentication</a:t>
          </a:r>
        </a:p>
      </dsp:txBody>
      <dsp:txXfrm>
        <a:off x="243007" y="2294241"/>
        <a:ext cx="1800000" cy="945000"/>
      </dsp:txXfrm>
    </dsp:sp>
    <dsp:sp modelId="{D05BCF1F-10CD-4B76-B954-F6A71E70A865}">
      <dsp:nvSpPr>
        <dsp:cNvPr id="0" name=""/>
        <dsp:cNvSpPr/>
      </dsp:nvSpPr>
      <dsp:spPr>
        <a:xfrm>
          <a:off x="2709007" y="854241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9D404A-3B14-42D3-AF09-36134E5E637D}">
      <dsp:nvSpPr>
        <dsp:cNvPr id="0" name=""/>
        <dsp:cNvSpPr/>
      </dsp:nvSpPr>
      <dsp:spPr>
        <a:xfrm>
          <a:off x="2943007" y="1088241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054847-CB86-42F2-9202-CACA37A5F76F}">
      <dsp:nvSpPr>
        <dsp:cNvPr id="0" name=""/>
        <dsp:cNvSpPr/>
      </dsp:nvSpPr>
      <dsp:spPr>
        <a:xfrm>
          <a:off x="2358007" y="2294241"/>
          <a:ext cx="1800000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Password hash support (PBKDF2 format)</a:t>
          </a:r>
        </a:p>
      </dsp:txBody>
      <dsp:txXfrm>
        <a:off x="2358007" y="2294241"/>
        <a:ext cx="1800000" cy="945000"/>
      </dsp:txXfrm>
    </dsp:sp>
    <dsp:sp modelId="{D4F8F044-607A-4BC6-B782-118BB06187ED}">
      <dsp:nvSpPr>
        <dsp:cNvPr id="0" name=""/>
        <dsp:cNvSpPr/>
      </dsp:nvSpPr>
      <dsp:spPr>
        <a:xfrm>
          <a:off x="4824007" y="854241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0D82AD-E19B-41E3-92A9-BC85EE4F8F42}">
      <dsp:nvSpPr>
        <dsp:cNvPr id="0" name=""/>
        <dsp:cNvSpPr/>
      </dsp:nvSpPr>
      <dsp:spPr>
        <a:xfrm>
          <a:off x="5058007" y="1088241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8141BA-2767-4185-8833-CD8A30815300}">
      <dsp:nvSpPr>
        <dsp:cNvPr id="0" name=""/>
        <dsp:cNvSpPr/>
      </dsp:nvSpPr>
      <dsp:spPr>
        <a:xfrm>
          <a:off x="4473007" y="2294241"/>
          <a:ext cx="1800000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Upload hardening (size/type/signature checks)</a:t>
          </a:r>
        </a:p>
      </dsp:txBody>
      <dsp:txXfrm>
        <a:off x="4473007" y="2294241"/>
        <a:ext cx="1800000" cy="945000"/>
      </dsp:txXfrm>
    </dsp:sp>
    <dsp:sp modelId="{F8357331-043E-4309-8BAB-8EB81F207CE4}">
      <dsp:nvSpPr>
        <dsp:cNvPr id="0" name=""/>
        <dsp:cNvSpPr/>
      </dsp:nvSpPr>
      <dsp:spPr>
        <a:xfrm>
          <a:off x="6939007" y="854241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12C67C-BBFD-48A7-8F6F-4CB38B820890}">
      <dsp:nvSpPr>
        <dsp:cNvPr id="0" name=""/>
        <dsp:cNvSpPr/>
      </dsp:nvSpPr>
      <dsp:spPr>
        <a:xfrm>
          <a:off x="7173007" y="1088241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26D279-9F82-4B6D-AA89-2D54E1A527BD}">
      <dsp:nvSpPr>
        <dsp:cNvPr id="0" name=""/>
        <dsp:cNvSpPr/>
      </dsp:nvSpPr>
      <dsp:spPr>
        <a:xfrm>
          <a:off x="6588007" y="2294241"/>
          <a:ext cx="1800000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Rate limiting on sensitive routes</a:t>
          </a:r>
        </a:p>
      </dsp:txBody>
      <dsp:txXfrm>
        <a:off x="6588007" y="2294241"/>
        <a:ext cx="1800000" cy="945000"/>
      </dsp:txXfrm>
    </dsp:sp>
    <dsp:sp modelId="{0466323E-D3F5-44DC-97F5-6F7AD5F32265}">
      <dsp:nvSpPr>
        <dsp:cNvPr id="0" name=""/>
        <dsp:cNvSpPr/>
      </dsp:nvSpPr>
      <dsp:spPr>
        <a:xfrm>
          <a:off x="9054007" y="854241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B7AB22-9E9E-4038-9817-1C8C9D09A450}">
      <dsp:nvSpPr>
        <dsp:cNvPr id="0" name=""/>
        <dsp:cNvSpPr/>
      </dsp:nvSpPr>
      <dsp:spPr>
        <a:xfrm>
          <a:off x="9288007" y="1088241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AAD5E6-6B23-42B2-A38C-A7CC50E3E26C}">
      <dsp:nvSpPr>
        <dsp:cNvPr id="0" name=""/>
        <dsp:cNvSpPr/>
      </dsp:nvSpPr>
      <dsp:spPr>
        <a:xfrm>
          <a:off x="8703007" y="2294241"/>
          <a:ext cx="1800000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Tiered file access (low, medium, </a:t>
          </a:r>
          <a:r>
            <a:rPr lang="en-US" sz="1500" kern="1200" dirty="0" err="1"/>
            <a:t>hIgh,quarantinE</a:t>
          </a:r>
          <a:r>
            <a:rPr lang="en-US" sz="1500" kern="1200" dirty="0"/>
            <a:t>)</a:t>
          </a:r>
        </a:p>
      </dsp:txBody>
      <dsp:txXfrm>
        <a:off x="8703007" y="2294241"/>
        <a:ext cx="1800000" cy="945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F7379A-8159-4A8A-B660-CAE7E759A708}">
      <dsp:nvSpPr>
        <dsp:cNvPr id="0" name=""/>
        <dsp:cNvSpPr/>
      </dsp:nvSpPr>
      <dsp:spPr>
        <a:xfrm>
          <a:off x="594007" y="854241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9CCFE8-C39C-424A-8098-56E2D6DB5833}">
      <dsp:nvSpPr>
        <dsp:cNvPr id="0" name=""/>
        <dsp:cNvSpPr/>
      </dsp:nvSpPr>
      <dsp:spPr>
        <a:xfrm>
          <a:off x="828007" y="1088241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81AC2E-C922-435B-B69D-D31733879039}">
      <dsp:nvSpPr>
        <dsp:cNvPr id="0" name=""/>
        <dsp:cNvSpPr/>
      </dsp:nvSpPr>
      <dsp:spPr>
        <a:xfrm>
          <a:off x="243007" y="2294241"/>
          <a:ext cx="1800000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Bearer token authentication</a:t>
          </a:r>
        </a:p>
      </dsp:txBody>
      <dsp:txXfrm>
        <a:off x="243007" y="2294241"/>
        <a:ext cx="1800000" cy="945000"/>
      </dsp:txXfrm>
    </dsp:sp>
    <dsp:sp modelId="{D05BCF1F-10CD-4B76-B954-F6A71E70A865}">
      <dsp:nvSpPr>
        <dsp:cNvPr id="0" name=""/>
        <dsp:cNvSpPr/>
      </dsp:nvSpPr>
      <dsp:spPr>
        <a:xfrm>
          <a:off x="2709007" y="854241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9D404A-3B14-42D3-AF09-36134E5E637D}">
      <dsp:nvSpPr>
        <dsp:cNvPr id="0" name=""/>
        <dsp:cNvSpPr/>
      </dsp:nvSpPr>
      <dsp:spPr>
        <a:xfrm>
          <a:off x="2943007" y="1088241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054847-CB86-42F2-9202-CACA37A5F76F}">
      <dsp:nvSpPr>
        <dsp:cNvPr id="0" name=""/>
        <dsp:cNvSpPr/>
      </dsp:nvSpPr>
      <dsp:spPr>
        <a:xfrm>
          <a:off x="2358007" y="2294241"/>
          <a:ext cx="1800000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Password hash support (PBKDF2 format)</a:t>
          </a:r>
        </a:p>
      </dsp:txBody>
      <dsp:txXfrm>
        <a:off x="2358007" y="2294241"/>
        <a:ext cx="1800000" cy="945000"/>
      </dsp:txXfrm>
    </dsp:sp>
    <dsp:sp modelId="{D4F8F044-607A-4BC6-B782-118BB06187ED}">
      <dsp:nvSpPr>
        <dsp:cNvPr id="0" name=""/>
        <dsp:cNvSpPr/>
      </dsp:nvSpPr>
      <dsp:spPr>
        <a:xfrm>
          <a:off x="4824007" y="854241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0D82AD-E19B-41E3-92A9-BC85EE4F8F42}">
      <dsp:nvSpPr>
        <dsp:cNvPr id="0" name=""/>
        <dsp:cNvSpPr/>
      </dsp:nvSpPr>
      <dsp:spPr>
        <a:xfrm>
          <a:off x="5058007" y="1088241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8141BA-2767-4185-8833-CD8A30815300}">
      <dsp:nvSpPr>
        <dsp:cNvPr id="0" name=""/>
        <dsp:cNvSpPr/>
      </dsp:nvSpPr>
      <dsp:spPr>
        <a:xfrm>
          <a:off x="4473007" y="2294241"/>
          <a:ext cx="1800000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Upload hardening (size/type/signature checks)</a:t>
          </a:r>
        </a:p>
      </dsp:txBody>
      <dsp:txXfrm>
        <a:off x="4473007" y="2294241"/>
        <a:ext cx="1800000" cy="945000"/>
      </dsp:txXfrm>
    </dsp:sp>
    <dsp:sp modelId="{F8357331-043E-4309-8BAB-8EB81F207CE4}">
      <dsp:nvSpPr>
        <dsp:cNvPr id="0" name=""/>
        <dsp:cNvSpPr/>
      </dsp:nvSpPr>
      <dsp:spPr>
        <a:xfrm>
          <a:off x="6939007" y="854241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12C67C-BBFD-48A7-8F6F-4CB38B820890}">
      <dsp:nvSpPr>
        <dsp:cNvPr id="0" name=""/>
        <dsp:cNvSpPr/>
      </dsp:nvSpPr>
      <dsp:spPr>
        <a:xfrm>
          <a:off x="7173007" y="1088241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26D279-9F82-4B6D-AA89-2D54E1A527BD}">
      <dsp:nvSpPr>
        <dsp:cNvPr id="0" name=""/>
        <dsp:cNvSpPr/>
      </dsp:nvSpPr>
      <dsp:spPr>
        <a:xfrm>
          <a:off x="6588007" y="2294241"/>
          <a:ext cx="1800000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Rate limiting on sensitive routes</a:t>
          </a:r>
        </a:p>
      </dsp:txBody>
      <dsp:txXfrm>
        <a:off x="6588007" y="2294241"/>
        <a:ext cx="1800000" cy="945000"/>
      </dsp:txXfrm>
    </dsp:sp>
    <dsp:sp modelId="{0466323E-D3F5-44DC-97F5-6F7AD5F32265}">
      <dsp:nvSpPr>
        <dsp:cNvPr id="0" name=""/>
        <dsp:cNvSpPr/>
      </dsp:nvSpPr>
      <dsp:spPr>
        <a:xfrm>
          <a:off x="9054007" y="854241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B7AB22-9E9E-4038-9817-1C8C9D09A450}">
      <dsp:nvSpPr>
        <dsp:cNvPr id="0" name=""/>
        <dsp:cNvSpPr/>
      </dsp:nvSpPr>
      <dsp:spPr>
        <a:xfrm>
          <a:off x="9288007" y="1088241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AAD5E6-6B23-42B2-A38C-A7CC50E3E26C}">
      <dsp:nvSpPr>
        <dsp:cNvPr id="0" name=""/>
        <dsp:cNvSpPr/>
      </dsp:nvSpPr>
      <dsp:spPr>
        <a:xfrm>
          <a:off x="8703007" y="2294241"/>
          <a:ext cx="1800000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Tiered file access (low, medium, </a:t>
          </a:r>
          <a:r>
            <a:rPr lang="en-US" sz="1500" kern="1200" dirty="0" err="1"/>
            <a:t>hIgh,quarantinE</a:t>
          </a:r>
          <a:r>
            <a:rPr lang="en-US" sz="1500" kern="1200" dirty="0"/>
            <a:t>)</a:t>
          </a:r>
        </a:p>
      </dsp:txBody>
      <dsp:txXfrm>
        <a:off x="8703007" y="2294241"/>
        <a:ext cx="1800000" cy="945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750E91-8412-46D9-A072-073EB0EF4B19}">
      <dsp:nvSpPr>
        <dsp:cNvPr id="0" name=""/>
        <dsp:cNvSpPr/>
      </dsp:nvSpPr>
      <dsp:spPr>
        <a:xfrm>
          <a:off x="0" y="2762"/>
          <a:ext cx="11937999" cy="13998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98881C-E873-4AFC-83ED-BD8BC59F1F46}">
      <dsp:nvSpPr>
        <dsp:cNvPr id="0" name=""/>
        <dsp:cNvSpPr/>
      </dsp:nvSpPr>
      <dsp:spPr>
        <a:xfrm>
          <a:off x="423453" y="317727"/>
          <a:ext cx="769916" cy="7699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01DE4-FB8E-452B-A856-B5A8AC3C1FBC}">
      <dsp:nvSpPr>
        <dsp:cNvPr id="0" name=""/>
        <dsp:cNvSpPr/>
      </dsp:nvSpPr>
      <dsp:spPr>
        <a:xfrm>
          <a:off x="1616823" y="2762"/>
          <a:ext cx="10321176" cy="1399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151" tIns="148151" rIns="148151" bIns="14815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1: Frontend prototype + mock API</a:t>
          </a:r>
        </a:p>
      </dsp:txBody>
      <dsp:txXfrm>
        <a:off x="1616823" y="2762"/>
        <a:ext cx="10321176" cy="1399847"/>
      </dsp:txXfrm>
    </dsp:sp>
    <dsp:sp modelId="{1E88DE08-D15D-42F6-9C95-D8E4FF444F2C}">
      <dsp:nvSpPr>
        <dsp:cNvPr id="0" name=""/>
        <dsp:cNvSpPr/>
      </dsp:nvSpPr>
      <dsp:spPr>
        <a:xfrm>
          <a:off x="0" y="1752571"/>
          <a:ext cx="11937999" cy="13998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71A001-FC39-40B5-87C6-266434685C1D}">
      <dsp:nvSpPr>
        <dsp:cNvPr id="0" name=""/>
        <dsp:cNvSpPr/>
      </dsp:nvSpPr>
      <dsp:spPr>
        <a:xfrm>
          <a:off x="423453" y="2067537"/>
          <a:ext cx="769916" cy="7699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D26370-8D51-43DF-8422-A7054231ADB5}">
      <dsp:nvSpPr>
        <dsp:cNvPr id="0" name=""/>
        <dsp:cNvSpPr/>
      </dsp:nvSpPr>
      <dsp:spPr>
        <a:xfrm>
          <a:off x="1616823" y="1752571"/>
          <a:ext cx="10321176" cy="1399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151" tIns="148151" rIns="148151" bIns="14815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2: Real backend + persistence + async jobs</a:t>
          </a:r>
        </a:p>
      </dsp:txBody>
      <dsp:txXfrm>
        <a:off x="1616823" y="1752571"/>
        <a:ext cx="10321176" cy="1399847"/>
      </dsp:txXfrm>
    </dsp:sp>
    <dsp:sp modelId="{BD49E139-8E01-4298-83DA-144602DCD3CC}">
      <dsp:nvSpPr>
        <dsp:cNvPr id="0" name=""/>
        <dsp:cNvSpPr/>
      </dsp:nvSpPr>
      <dsp:spPr>
        <a:xfrm>
          <a:off x="0" y="3502380"/>
          <a:ext cx="11937999" cy="13998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C9E4DC-C43C-4CD7-B473-E9A0D8C05392}">
      <dsp:nvSpPr>
        <dsp:cNvPr id="0" name=""/>
        <dsp:cNvSpPr/>
      </dsp:nvSpPr>
      <dsp:spPr>
        <a:xfrm>
          <a:off x="423453" y="3817346"/>
          <a:ext cx="769916" cy="7699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E2621F-232D-4283-B22E-ED5697CB8AD6}">
      <dsp:nvSpPr>
        <dsp:cNvPr id="0" name=""/>
        <dsp:cNvSpPr/>
      </dsp:nvSpPr>
      <dsp:spPr>
        <a:xfrm>
          <a:off x="1616823" y="3502380"/>
          <a:ext cx="10321176" cy="1399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151" tIns="148151" rIns="148151" bIns="14815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3: security hardening + HTTPS + admin auth</a:t>
          </a:r>
        </a:p>
      </dsp:txBody>
      <dsp:txXfrm>
        <a:off x="1616823" y="3502380"/>
        <a:ext cx="10321176" cy="1399847"/>
      </dsp:txXfrm>
    </dsp:sp>
    <dsp:sp modelId="{B58320A6-A54C-45F5-A055-D3DF7F050FD2}">
      <dsp:nvSpPr>
        <dsp:cNvPr id="0" name=""/>
        <dsp:cNvSpPr/>
      </dsp:nvSpPr>
      <dsp:spPr>
        <a:xfrm>
          <a:off x="0" y="5252190"/>
          <a:ext cx="11937999" cy="13998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D35FC5-FFF0-41B8-96A2-D47652B33EC3}">
      <dsp:nvSpPr>
        <dsp:cNvPr id="0" name=""/>
        <dsp:cNvSpPr/>
      </dsp:nvSpPr>
      <dsp:spPr>
        <a:xfrm>
          <a:off x="423453" y="5567156"/>
          <a:ext cx="769916" cy="7699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7A49C8-95BD-4432-BC08-7A18D125BF23}">
      <dsp:nvSpPr>
        <dsp:cNvPr id="0" name=""/>
        <dsp:cNvSpPr/>
      </dsp:nvSpPr>
      <dsp:spPr>
        <a:xfrm>
          <a:off x="1616823" y="5252190"/>
          <a:ext cx="10321176" cy="1399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151" tIns="148151" rIns="148151" bIns="14815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4: segmentation + multi-user ownership controls</a:t>
          </a:r>
        </a:p>
      </dsp:txBody>
      <dsp:txXfrm>
        <a:off x="1616823" y="5252190"/>
        <a:ext cx="10321176" cy="139984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750E91-8412-46D9-A072-073EB0EF4B19}">
      <dsp:nvSpPr>
        <dsp:cNvPr id="0" name=""/>
        <dsp:cNvSpPr/>
      </dsp:nvSpPr>
      <dsp:spPr>
        <a:xfrm>
          <a:off x="0" y="2731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98881C-E873-4AFC-83ED-BD8BC59F1F46}">
      <dsp:nvSpPr>
        <dsp:cNvPr id="0" name=""/>
        <dsp:cNvSpPr/>
      </dsp:nvSpPr>
      <dsp:spPr>
        <a:xfrm>
          <a:off x="418806" y="314240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01DE4-FB8E-452B-A856-B5A8AC3C1FBC}">
      <dsp:nvSpPr>
        <dsp:cNvPr id="0" name=""/>
        <dsp:cNvSpPr/>
      </dsp:nvSpPr>
      <dsp:spPr>
        <a:xfrm>
          <a:off x="1599077" y="2731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1: Frontend prototype + mock API</a:t>
          </a:r>
        </a:p>
      </dsp:txBody>
      <dsp:txXfrm>
        <a:off x="1599077" y="2731"/>
        <a:ext cx="10310957" cy="1384483"/>
      </dsp:txXfrm>
    </dsp:sp>
    <dsp:sp modelId="{1E88DE08-D15D-42F6-9C95-D8E4FF444F2C}">
      <dsp:nvSpPr>
        <dsp:cNvPr id="0" name=""/>
        <dsp:cNvSpPr/>
      </dsp:nvSpPr>
      <dsp:spPr>
        <a:xfrm>
          <a:off x="0" y="1733335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71A001-FC39-40B5-87C6-266434685C1D}">
      <dsp:nvSpPr>
        <dsp:cNvPr id="0" name=""/>
        <dsp:cNvSpPr/>
      </dsp:nvSpPr>
      <dsp:spPr>
        <a:xfrm>
          <a:off x="418806" y="2044844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D26370-8D51-43DF-8422-A7054231ADB5}">
      <dsp:nvSpPr>
        <dsp:cNvPr id="0" name=""/>
        <dsp:cNvSpPr/>
      </dsp:nvSpPr>
      <dsp:spPr>
        <a:xfrm>
          <a:off x="1599077" y="1733335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2: Real backend + persistence + async jobs</a:t>
          </a:r>
        </a:p>
      </dsp:txBody>
      <dsp:txXfrm>
        <a:off x="1599077" y="1733335"/>
        <a:ext cx="10310957" cy="1384483"/>
      </dsp:txXfrm>
    </dsp:sp>
    <dsp:sp modelId="{BD49E139-8E01-4298-83DA-144602DCD3CC}">
      <dsp:nvSpPr>
        <dsp:cNvPr id="0" name=""/>
        <dsp:cNvSpPr/>
      </dsp:nvSpPr>
      <dsp:spPr>
        <a:xfrm>
          <a:off x="0" y="3463939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C9E4DC-C43C-4CD7-B473-E9A0D8C05392}">
      <dsp:nvSpPr>
        <dsp:cNvPr id="0" name=""/>
        <dsp:cNvSpPr/>
      </dsp:nvSpPr>
      <dsp:spPr>
        <a:xfrm>
          <a:off x="418806" y="3775448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E2621F-232D-4283-B22E-ED5697CB8AD6}">
      <dsp:nvSpPr>
        <dsp:cNvPr id="0" name=""/>
        <dsp:cNvSpPr/>
      </dsp:nvSpPr>
      <dsp:spPr>
        <a:xfrm>
          <a:off x="1599077" y="3463939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3: security hardening + HTTPS + admin auth</a:t>
          </a:r>
        </a:p>
      </dsp:txBody>
      <dsp:txXfrm>
        <a:off x="1599077" y="3463939"/>
        <a:ext cx="10310957" cy="1384483"/>
      </dsp:txXfrm>
    </dsp:sp>
    <dsp:sp modelId="{B58320A6-A54C-45F5-A055-D3DF7F050FD2}">
      <dsp:nvSpPr>
        <dsp:cNvPr id="0" name=""/>
        <dsp:cNvSpPr/>
      </dsp:nvSpPr>
      <dsp:spPr>
        <a:xfrm>
          <a:off x="0" y="5194543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D35FC5-FFF0-41B8-96A2-D47652B33EC3}">
      <dsp:nvSpPr>
        <dsp:cNvPr id="0" name=""/>
        <dsp:cNvSpPr/>
      </dsp:nvSpPr>
      <dsp:spPr>
        <a:xfrm>
          <a:off x="418806" y="5506051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7A49C8-95BD-4432-BC08-7A18D125BF23}">
      <dsp:nvSpPr>
        <dsp:cNvPr id="0" name=""/>
        <dsp:cNvSpPr/>
      </dsp:nvSpPr>
      <dsp:spPr>
        <a:xfrm>
          <a:off x="1599077" y="5194543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4: segmentation + multi-user ownership controls</a:t>
          </a:r>
        </a:p>
      </dsp:txBody>
      <dsp:txXfrm>
        <a:off x="1599077" y="5194543"/>
        <a:ext cx="10310957" cy="138448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750E91-8412-46D9-A072-073EB0EF4B19}">
      <dsp:nvSpPr>
        <dsp:cNvPr id="0" name=""/>
        <dsp:cNvSpPr/>
      </dsp:nvSpPr>
      <dsp:spPr>
        <a:xfrm>
          <a:off x="0" y="2731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98881C-E873-4AFC-83ED-BD8BC59F1F46}">
      <dsp:nvSpPr>
        <dsp:cNvPr id="0" name=""/>
        <dsp:cNvSpPr/>
      </dsp:nvSpPr>
      <dsp:spPr>
        <a:xfrm>
          <a:off x="418806" y="314240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01DE4-FB8E-452B-A856-B5A8AC3C1FBC}">
      <dsp:nvSpPr>
        <dsp:cNvPr id="0" name=""/>
        <dsp:cNvSpPr/>
      </dsp:nvSpPr>
      <dsp:spPr>
        <a:xfrm>
          <a:off x="1599077" y="2731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1: Frontend prototype + mock API</a:t>
          </a:r>
        </a:p>
      </dsp:txBody>
      <dsp:txXfrm>
        <a:off x="1599077" y="2731"/>
        <a:ext cx="10310957" cy="1384483"/>
      </dsp:txXfrm>
    </dsp:sp>
    <dsp:sp modelId="{1E88DE08-D15D-42F6-9C95-D8E4FF444F2C}">
      <dsp:nvSpPr>
        <dsp:cNvPr id="0" name=""/>
        <dsp:cNvSpPr/>
      </dsp:nvSpPr>
      <dsp:spPr>
        <a:xfrm>
          <a:off x="0" y="1733335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71A001-FC39-40B5-87C6-266434685C1D}">
      <dsp:nvSpPr>
        <dsp:cNvPr id="0" name=""/>
        <dsp:cNvSpPr/>
      </dsp:nvSpPr>
      <dsp:spPr>
        <a:xfrm>
          <a:off x="418806" y="2044844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D26370-8D51-43DF-8422-A7054231ADB5}">
      <dsp:nvSpPr>
        <dsp:cNvPr id="0" name=""/>
        <dsp:cNvSpPr/>
      </dsp:nvSpPr>
      <dsp:spPr>
        <a:xfrm>
          <a:off x="1599077" y="1733335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2: Real backend + persistence + async jobs</a:t>
          </a:r>
        </a:p>
      </dsp:txBody>
      <dsp:txXfrm>
        <a:off x="1599077" y="1733335"/>
        <a:ext cx="10310957" cy="1384483"/>
      </dsp:txXfrm>
    </dsp:sp>
    <dsp:sp modelId="{BD49E139-8E01-4298-83DA-144602DCD3CC}">
      <dsp:nvSpPr>
        <dsp:cNvPr id="0" name=""/>
        <dsp:cNvSpPr/>
      </dsp:nvSpPr>
      <dsp:spPr>
        <a:xfrm>
          <a:off x="0" y="3463939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C9E4DC-C43C-4CD7-B473-E9A0D8C05392}">
      <dsp:nvSpPr>
        <dsp:cNvPr id="0" name=""/>
        <dsp:cNvSpPr/>
      </dsp:nvSpPr>
      <dsp:spPr>
        <a:xfrm>
          <a:off x="418806" y="3775448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E2621F-232D-4283-B22E-ED5697CB8AD6}">
      <dsp:nvSpPr>
        <dsp:cNvPr id="0" name=""/>
        <dsp:cNvSpPr/>
      </dsp:nvSpPr>
      <dsp:spPr>
        <a:xfrm>
          <a:off x="1599077" y="3463939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3: security hardening + HTTPS + admin auth</a:t>
          </a:r>
        </a:p>
      </dsp:txBody>
      <dsp:txXfrm>
        <a:off x="1599077" y="3463939"/>
        <a:ext cx="10310957" cy="1384483"/>
      </dsp:txXfrm>
    </dsp:sp>
    <dsp:sp modelId="{B58320A6-A54C-45F5-A055-D3DF7F050FD2}">
      <dsp:nvSpPr>
        <dsp:cNvPr id="0" name=""/>
        <dsp:cNvSpPr/>
      </dsp:nvSpPr>
      <dsp:spPr>
        <a:xfrm>
          <a:off x="0" y="5194543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D35FC5-FFF0-41B8-96A2-D47652B33EC3}">
      <dsp:nvSpPr>
        <dsp:cNvPr id="0" name=""/>
        <dsp:cNvSpPr/>
      </dsp:nvSpPr>
      <dsp:spPr>
        <a:xfrm>
          <a:off x="418806" y="5506051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7A49C8-95BD-4432-BC08-7A18D125BF23}">
      <dsp:nvSpPr>
        <dsp:cNvPr id="0" name=""/>
        <dsp:cNvSpPr/>
      </dsp:nvSpPr>
      <dsp:spPr>
        <a:xfrm>
          <a:off x="1599077" y="5194543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4: segmentation + multi-user ownership controls</a:t>
          </a:r>
        </a:p>
      </dsp:txBody>
      <dsp:txXfrm>
        <a:off x="1599077" y="5194543"/>
        <a:ext cx="10310957" cy="138448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750E91-8412-46D9-A072-073EB0EF4B19}">
      <dsp:nvSpPr>
        <dsp:cNvPr id="0" name=""/>
        <dsp:cNvSpPr/>
      </dsp:nvSpPr>
      <dsp:spPr>
        <a:xfrm>
          <a:off x="0" y="2731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98881C-E873-4AFC-83ED-BD8BC59F1F46}">
      <dsp:nvSpPr>
        <dsp:cNvPr id="0" name=""/>
        <dsp:cNvSpPr/>
      </dsp:nvSpPr>
      <dsp:spPr>
        <a:xfrm>
          <a:off x="418806" y="314240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01DE4-FB8E-452B-A856-B5A8AC3C1FBC}">
      <dsp:nvSpPr>
        <dsp:cNvPr id="0" name=""/>
        <dsp:cNvSpPr/>
      </dsp:nvSpPr>
      <dsp:spPr>
        <a:xfrm>
          <a:off x="1599077" y="2731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1: Frontend prototype + mock API</a:t>
          </a:r>
        </a:p>
      </dsp:txBody>
      <dsp:txXfrm>
        <a:off x="1599077" y="2731"/>
        <a:ext cx="10310957" cy="1384483"/>
      </dsp:txXfrm>
    </dsp:sp>
    <dsp:sp modelId="{1E88DE08-D15D-42F6-9C95-D8E4FF444F2C}">
      <dsp:nvSpPr>
        <dsp:cNvPr id="0" name=""/>
        <dsp:cNvSpPr/>
      </dsp:nvSpPr>
      <dsp:spPr>
        <a:xfrm>
          <a:off x="0" y="1733335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71A001-FC39-40B5-87C6-266434685C1D}">
      <dsp:nvSpPr>
        <dsp:cNvPr id="0" name=""/>
        <dsp:cNvSpPr/>
      </dsp:nvSpPr>
      <dsp:spPr>
        <a:xfrm>
          <a:off x="418806" y="2044844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D26370-8D51-43DF-8422-A7054231ADB5}">
      <dsp:nvSpPr>
        <dsp:cNvPr id="0" name=""/>
        <dsp:cNvSpPr/>
      </dsp:nvSpPr>
      <dsp:spPr>
        <a:xfrm>
          <a:off x="1599077" y="1733335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2: Real backend + persistence + async jobs</a:t>
          </a:r>
        </a:p>
      </dsp:txBody>
      <dsp:txXfrm>
        <a:off x="1599077" y="1733335"/>
        <a:ext cx="10310957" cy="1384483"/>
      </dsp:txXfrm>
    </dsp:sp>
    <dsp:sp modelId="{BD49E139-8E01-4298-83DA-144602DCD3CC}">
      <dsp:nvSpPr>
        <dsp:cNvPr id="0" name=""/>
        <dsp:cNvSpPr/>
      </dsp:nvSpPr>
      <dsp:spPr>
        <a:xfrm>
          <a:off x="0" y="3463939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C9E4DC-C43C-4CD7-B473-E9A0D8C05392}">
      <dsp:nvSpPr>
        <dsp:cNvPr id="0" name=""/>
        <dsp:cNvSpPr/>
      </dsp:nvSpPr>
      <dsp:spPr>
        <a:xfrm>
          <a:off x="418806" y="3775448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E2621F-232D-4283-B22E-ED5697CB8AD6}">
      <dsp:nvSpPr>
        <dsp:cNvPr id="0" name=""/>
        <dsp:cNvSpPr/>
      </dsp:nvSpPr>
      <dsp:spPr>
        <a:xfrm>
          <a:off x="1599077" y="3463939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3: security hardening + HTTPS + admin auth</a:t>
          </a:r>
        </a:p>
      </dsp:txBody>
      <dsp:txXfrm>
        <a:off x="1599077" y="3463939"/>
        <a:ext cx="10310957" cy="1384483"/>
      </dsp:txXfrm>
    </dsp:sp>
    <dsp:sp modelId="{B58320A6-A54C-45F5-A055-D3DF7F050FD2}">
      <dsp:nvSpPr>
        <dsp:cNvPr id="0" name=""/>
        <dsp:cNvSpPr/>
      </dsp:nvSpPr>
      <dsp:spPr>
        <a:xfrm>
          <a:off x="0" y="5194543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D35FC5-FFF0-41B8-96A2-D47652B33EC3}">
      <dsp:nvSpPr>
        <dsp:cNvPr id="0" name=""/>
        <dsp:cNvSpPr/>
      </dsp:nvSpPr>
      <dsp:spPr>
        <a:xfrm>
          <a:off x="418806" y="5506051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7A49C8-95BD-4432-BC08-7A18D125BF23}">
      <dsp:nvSpPr>
        <dsp:cNvPr id="0" name=""/>
        <dsp:cNvSpPr/>
      </dsp:nvSpPr>
      <dsp:spPr>
        <a:xfrm>
          <a:off x="1599077" y="5194543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4: segmentation + multi-user ownership controls</a:t>
          </a:r>
        </a:p>
      </dsp:txBody>
      <dsp:txXfrm>
        <a:off x="1599077" y="5194543"/>
        <a:ext cx="10310957" cy="138448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750E91-8412-46D9-A072-073EB0EF4B19}">
      <dsp:nvSpPr>
        <dsp:cNvPr id="0" name=""/>
        <dsp:cNvSpPr/>
      </dsp:nvSpPr>
      <dsp:spPr>
        <a:xfrm>
          <a:off x="0" y="2731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98881C-E873-4AFC-83ED-BD8BC59F1F46}">
      <dsp:nvSpPr>
        <dsp:cNvPr id="0" name=""/>
        <dsp:cNvSpPr/>
      </dsp:nvSpPr>
      <dsp:spPr>
        <a:xfrm>
          <a:off x="418806" y="314240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01DE4-FB8E-452B-A856-B5A8AC3C1FBC}">
      <dsp:nvSpPr>
        <dsp:cNvPr id="0" name=""/>
        <dsp:cNvSpPr/>
      </dsp:nvSpPr>
      <dsp:spPr>
        <a:xfrm>
          <a:off x="1599077" y="2731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1: Frontend prototype + mock API</a:t>
          </a:r>
        </a:p>
      </dsp:txBody>
      <dsp:txXfrm>
        <a:off x="1599077" y="2731"/>
        <a:ext cx="10310957" cy="1384483"/>
      </dsp:txXfrm>
    </dsp:sp>
    <dsp:sp modelId="{1E88DE08-D15D-42F6-9C95-D8E4FF444F2C}">
      <dsp:nvSpPr>
        <dsp:cNvPr id="0" name=""/>
        <dsp:cNvSpPr/>
      </dsp:nvSpPr>
      <dsp:spPr>
        <a:xfrm>
          <a:off x="0" y="1733335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71A001-FC39-40B5-87C6-266434685C1D}">
      <dsp:nvSpPr>
        <dsp:cNvPr id="0" name=""/>
        <dsp:cNvSpPr/>
      </dsp:nvSpPr>
      <dsp:spPr>
        <a:xfrm>
          <a:off x="418806" y="2044844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D26370-8D51-43DF-8422-A7054231ADB5}">
      <dsp:nvSpPr>
        <dsp:cNvPr id="0" name=""/>
        <dsp:cNvSpPr/>
      </dsp:nvSpPr>
      <dsp:spPr>
        <a:xfrm>
          <a:off x="1599077" y="1733335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2: Real backend + persistence + async jobs</a:t>
          </a:r>
        </a:p>
      </dsp:txBody>
      <dsp:txXfrm>
        <a:off x="1599077" y="1733335"/>
        <a:ext cx="10310957" cy="1384483"/>
      </dsp:txXfrm>
    </dsp:sp>
    <dsp:sp modelId="{BD49E139-8E01-4298-83DA-144602DCD3CC}">
      <dsp:nvSpPr>
        <dsp:cNvPr id="0" name=""/>
        <dsp:cNvSpPr/>
      </dsp:nvSpPr>
      <dsp:spPr>
        <a:xfrm>
          <a:off x="0" y="3463939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C9E4DC-C43C-4CD7-B473-E9A0D8C05392}">
      <dsp:nvSpPr>
        <dsp:cNvPr id="0" name=""/>
        <dsp:cNvSpPr/>
      </dsp:nvSpPr>
      <dsp:spPr>
        <a:xfrm>
          <a:off x="418806" y="3775448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E2621F-232D-4283-B22E-ED5697CB8AD6}">
      <dsp:nvSpPr>
        <dsp:cNvPr id="0" name=""/>
        <dsp:cNvSpPr/>
      </dsp:nvSpPr>
      <dsp:spPr>
        <a:xfrm>
          <a:off x="1599077" y="3463939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3: security hardening + HTTPS + admin auth</a:t>
          </a:r>
        </a:p>
      </dsp:txBody>
      <dsp:txXfrm>
        <a:off x="1599077" y="3463939"/>
        <a:ext cx="10310957" cy="1384483"/>
      </dsp:txXfrm>
    </dsp:sp>
    <dsp:sp modelId="{B58320A6-A54C-45F5-A055-D3DF7F050FD2}">
      <dsp:nvSpPr>
        <dsp:cNvPr id="0" name=""/>
        <dsp:cNvSpPr/>
      </dsp:nvSpPr>
      <dsp:spPr>
        <a:xfrm>
          <a:off x="0" y="5194543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D35FC5-FFF0-41B8-96A2-D47652B33EC3}">
      <dsp:nvSpPr>
        <dsp:cNvPr id="0" name=""/>
        <dsp:cNvSpPr/>
      </dsp:nvSpPr>
      <dsp:spPr>
        <a:xfrm>
          <a:off x="418806" y="5506051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7A49C8-95BD-4432-BC08-7A18D125BF23}">
      <dsp:nvSpPr>
        <dsp:cNvPr id="0" name=""/>
        <dsp:cNvSpPr/>
      </dsp:nvSpPr>
      <dsp:spPr>
        <a:xfrm>
          <a:off x="1599077" y="5194543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4: segmentation + multi-user ownership controls</a:t>
          </a:r>
        </a:p>
      </dsp:txBody>
      <dsp:txXfrm>
        <a:off x="1599077" y="5194543"/>
        <a:ext cx="10310957" cy="138448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750E91-8412-46D9-A072-073EB0EF4B19}">
      <dsp:nvSpPr>
        <dsp:cNvPr id="0" name=""/>
        <dsp:cNvSpPr/>
      </dsp:nvSpPr>
      <dsp:spPr>
        <a:xfrm>
          <a:off x="0" y="2731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98881C-E873-4AFC-83ED-BD8BC59F1F46}">
      <dsp:nvSpPr>
        <dsp:cNvPr id="0" name=""/>
        <dsp:cNvSpPr/>
      </dsp:nvSpPr>
      <dsp:spPr>
        <a:xfrm>
          <a:off x="418806" y="314240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01DE4-FB8E-452B-A856-B5A8AC3C1FBC}">
      <dsp:nvSpPr>
        <dsp:cNvPr id="0" name=""/>
        <dsp:cNvSpPr/>
      </dsp:nvSpPr>
      <dsp:spPr>
        <a:xfrm>
          <a:off x="1599077" y="2731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1: Frontend prototype + mock API</a:t>
          </a:r>
        </a:p>
      </dsp:txBody>
      <dsp:txXfrm>
        <a:off x="1599077" y="2731"/>
        <a:ext cx="10310957" cy="1384483"/>
      </dsp:txXfrm>
    </dsp:sp>
    <dsp:sp modelId="{1E88DE08-D15D-42F6-9C95-D8E4FF444F2C}">
      <dsp:nvSpPr>
        <dsp:cNvPr id="0" name=""/>
        <dsp:cNvSpPr/>
      </dsp:nvSpPr>
      <dsp:spPr>
        <a:xfrm>
          <a:off x="0" y="1733335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71A001-FC39-40B5-87C6-266434685C1D}">
      <dsp:nvSpPr>
        <dsp:cNvPr id="0" name=""/>
        <dsp:cNvSpPr/>
      </dsp:nvSpPr>
      <dsp:spPr>
        <a:xfrm>
          <a:off x="418806" y="2044844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D26370-8D51-43DF-8422-A7054231ADB5}">
      <dsp:nvSpPr>
        <dsp:cNvPr id="0" name=""/>
        <dsp:cNvSpPr/>
      </dsp:nvSpPr>
      <dsp:spPr>
        <a:xfrm>
          <a:off x="1599077" y="1733335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2: Real backend + persistence + async jobs</a:t>
          </a:r>
        </a:p>
      </dsp:txBody>
      <dsp:txXfrm>
        <a:off x="1599077" y="1733335"/>
        <a:ext cx="10310957" cy="1384483"/>
      </dsp:txXfrm>
    </dsp:sp>
    <dsp:sp modelId="{BD49E139-8E01-4298-83DA-144602DCD3CC}">
      <dsp:nvSpPr>
        <dsp:cNvPr id="0" name=""/>
        <dsp:cNvSpPr/>
      </dsp:nvSpPr>
      <dsp:spPr>
        <a:xfrm>
          <a:off x="0" y="3463939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C9E4DC-C43C-4CD7-B473-E9A0D8C05392}">
      <dsp:nvSpPr>
        <dsp:cNvPr id="0" name=""/>
        <dsp:cNvSpPr/>
      </dsp:nvSpPr>
      <dsp:spPr>
        <a:xfrm>
          <a:off x="418806" y="3775448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E2621F-232D-4283-B22E-ED5697CB8AD6}">
      <dsp:nvSpPr>
        <dsp:cNvPr id="0" name=""/>
        <dsp:cNvSpPr/>
      </dsp:nvSpPr>
      <dsp:spPr>
        <a:xfrm>
          <a:off x="1599077" y="3463939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3: security hardening + HTTPS + admin auth</a:t>
          </a:r>
        </a:p>
      </dsp:txBody>
      <dsp:txXfrm>
        <a:off x="1599077" y="3463939"/>
        <a:ext cx="10310957" cy="1384483"/>
      </dsp:txXfrm>
    </dsp:sp>
    <dsp:sp modelId="{B58320A6-A54C-45F5-A055-D3DF7F050FD2}">
      <dsp:nvSpPr>
        <dsp:cNvPr id="0" name=""/>
        <dsp:cNvSpPr/>
      </dsp:nvSpPr>
      <dsp:spPr>
        <a:xfrm>
          <a:off x="0" y="5194543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D35FC5-FFF0-41B8-96A2-D47652B33EC3}">
      <dsp:nvSpPr>
        <dsp:cNvPr id="0" name=""/>
        <dsp:cNvSpPr/>
      </dsp:nvSpPr>
      <dsp:spPr>
        <a:xfrm>
          <a:off x="418806" y="5506051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7A49C8-95BD-4432-BC08-7A18D125BF23}">
      <dsp:nvSpPr>
        <dsp:cNvPr id="0" name=""/>
        <dsp:cNvSpPr/>
      </dsp:nvSpPr>
      <dsp:spPr>
        <a:xfrm>
          <a:off x="1599077" y="5194543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4: segmentation + multi-user ownership controls</a:t>
          </a:r>
        </a:p>
      </dsp:txBody>
      <dsp:txXfrm>
        <a:off x="1599077" y="5194543"/>
        <a:ext cx="10310957" cy="1384483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750E91-8412-46D9-A072-073EB0EF4B19}">
      <dsp:nvSpPr>
        <dsp:cNvPr id="0" name=""/>
        <dsp:cNvSpPr/>
      </dsp:nvSpPr>
      <dsp:spPr>
        <a:xfrm>
          <a:off x="0" y="2731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98881C-E873-4AFC-83ED-BD8BC59F1F46}">
      <dsp:nvSpPr>
        <dsp:cNvPr id="0" name=""/>
        <dsp:cNvSpPr/>
      </dsp:nvSpPr>
      <dsp:spPr>
        <a:xfrm>
          <a:off x="418806" y="314240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01DE4-FB8E-452B-A856-B5A8AC3C1FBC}">
      <dsp:nvSpPr>
        <dsp:cNvPr id="0" name=""/>
        <dsp:cNvSpPr/>
      </dsp:nvSpPr>
      <dsp:spPr>
        <a:xfrm>
          <a:off x="1599077" y="2731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1: Frontend prototype + mock API</a:t>
          </a:r>
        </a:p>
      </dsp:txBody>
      <dsp:txXfrm>
        <a:off x="1599077" y="2731"/>
        <a:ext cx="10310957" cy="1384483"/>
      </dsp:txXfrm>
    </dsp:sp>
    <dsp:sp modelId="{1E88DE08-D15D-42F6-9C95-D8E4FF444F2C}">
      <dsp:nvSpPr>
        <dsp:cNvPr id="0" name=""/>
        <dsp:cNvSpPr/>
      </dsp:nvSpPr>
      <dsp:spPr>
        <a:xfrm>
          <a:off x="0" y="1733335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71A001-FC39-40B5-87C6-266434685C1D}">
      <dsp:nvSpPr>
        <dsp:cNvPr id="0" name=""/>
        <dsp:cNvSpPr/>
      </dsp:nvSpPr>
      <dsp:spPr>
        <a:xfrm>
          <a:off x="418806" y="2044844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D26370-8D51-43DF-8422-A7054231ADB5}">
      <dsp:nvSpPr>
        <dsp:cNvPr id="0" name=""/>
        <dsp:cNvSpPr/>
      </dsp:nvSpPr>
      <dsp:spPr>
        <a:xfrm>
          <a:off x="1599077" y="1733335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2: Real backend + persistence + async jobs</a:t>
          </a:r>
        </a:p>
      </dsp:txBody>
      <dsp:txXfrm>
        <a:off x="1599077" y="1733335"/>
        <a:ext cx="10310957" cy="1384483"/>
      </dsp:txXfrm>
    </dsp:sp>
    <dsp:sp modelId="{BD49E139-8E01-4298-83DA-144602DCD3CC}">
      <dsp:nvSpPr>
        <dsp:cNvPr id="0" name=""/>
        <dsp:cNvSpPr/>
      </dsp:nvSpPr>
      <dsp:spPr>
        <a:xfrm>
          <a:off x="0" y="3463939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C9E4DC-C43C-4CD7-B473-E9A0D8C05392}">
      <dsp:nvSpPr>
        <dsp:cNvPr id="0" name=""/>
        <dsp:cNvSpPr/>
      </dsp:nvSpPr>
      <dsp:spPr>
        <a:xfrm>
          <a:off x="418806" y="3775448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E2621F-232D-4283-B22E-ED5697CB8AD6}">
      <dsp:nvSpPr>
        <dsp:cNvPr id="0" name=""/>
        <dsp:cNvSpPr/>
      </dsp:nvSpPr>
      <dsp:spPr>
        <a:xfrm>
          <a:off x="1599077" y="3463939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3: security hardening + HTTPS + admin auth</a:t>
          </a:r>
        </a:p>
      </dsp:txBody>
      <dsp:txXfrm>
        <a:off x="1599077" y="3463939"/>
        <a:ext cx="10310957" cy="1384483"/>
      </dsp:txXfrm>
    </dsp:sp>
    <dsp:sp modelId="{B58320A6-A54C-45F5-A055-D3DF7F050FD2}">
      <dsp:nvSpPr>
        <dsp:cNvPr id="0" name=""/>
        <dsp:cNvSpPr/>
      </dsp:nvSpPr>
      <dsp:spPr>
        <a:xfrm>
          <a:off x="0" y="5194543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D35FC5-FFF0-41B8-96A2-D47652B33EC3}">
      <dsp:nvSpPr>
        <dsp:cNvPr id="0" name=""/>
        <dsp:cNvSpPr/>
      </dsp:nvSpPr>
      <dsp:spPr>
        <a:xfrm>
          <a:off x="418806" y="5506051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7A49C8-95BD-4432-BC08-7A18D125BF23}">
      <dsp:nvSpPr>
        <dsp:cNvPr id="0" name=""/>
        <dsp:cNvSpPr/>
      </dsp:nvSpPr>
      <dsp:spPr>
        <a:xfrm>
          <a:off x="1599077" y="5194543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4: segmentation + multi-user ownership controls</a:t>
          </a:r>
        </a:p>
      </dsp:txBody>
      <dsp:txXfrm>
        <a:off x="1599077" y="5194543"/>
        <a:ext cx="10310957" cy="1384483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750E91-8412-46D9-A072-073EB0EF4B19}">
      <dsp:nvSpPr>
        <dsp:cNvPr id="0" name=""/>
        <dsp:cNvSpPr/>
      </dsp:nvSpPr>
      <dsp:spPr>
        <a:xfrm>
          <a:off x="0" y="2731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98881C-E873-4AFC-83ED-BD8BC59F1F46}">
      <dsp:nvSpPr>
        <dsp:cNvPr id="0" name=""/>
        <dsp:cNvSpPr/>
      </dsp:nvSpPr>
      <dsp:spPr>
        <a:xfrm>
          <a:off x="418806" y="314240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01DE4-FB8E-452B-A856-B5A8AC3C1FBC}">
      <dsp:nvSpPr>
        <dsp:cNvPr id="0" name=""/>
        <dsp:cNvSpPr/>
      </dsp:nvSpPr>
      <dsp:spPr>
        <a:xfrm>
          <a:off x="1599077" y="2731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1: Frontend prototype + mock API</a:t>
          </a:r>
        </a:p>
      </dsp:txBody>
      <dsp:txXfrm>
        <a:off x="1599077" y="2731"/>
        <a:ext cx="10310957" cy="1384483"/>
      </dsp:txXfrm>
    </dsp:sp>
    <dsp:sp modelId="{1E88DE08-D15D-42F6-9C95-D8E4FF444F2C}">
      <dsp:nvSpPr>
        <dsp:cNvPr id="0" name=""/>
        <dsp:cNvSpPr/>
      </dsp:nvSpPr>
      <dsp:spPr>
        <a:xfrm>
          <a:off x="0" y="1733335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71A001-FC39-40B5-87C6-266434685C1D}">
      <dsp:nvSpPr>
        <dsp:cNvPr id="0" name=""/>
        <dsp:cNvSpPr/>
      </dsp:nvSpPr>
      <dsp:spPr>
        <a:xfrm>
          <a:off x="418806" y="2044844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D26370-8D51-43DF-8422-A7054231ADB5}">
      <dsp:nvSpPr>
        <dsp:cNvPr id="0" name=""/>
        <dsp:cNvSpPr/>
      </dsp:nvSpPr>
      <dsp:spPr>
        <a:xfrm>
          <a:off x="1599077" y="1733335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2: Real backend + persistence + async jobs</a:t>
          </a:r>
        </a:p>
      </dsp:txBody>
      <dsp:txXfrm>
        <a:off x="1599077" y="1733335"/>
        <a:ext cx="10310957" cy="1384483"/>
      </dsp:txXfrm>
    </dsp:sp>
    <dsp:sp modelId="{BD49E139-8E01-4298-83DA-144602DCD3CC}">
      <dsp:nvSpPr>
        <dsp:cNvPr id="0" name=""/>
        <dsp:cNvSpPr/>
      </dsp:nvSpPr>
      <dsp:spPr>
        <a:xfrm>
          <a:off x="0" y="3463939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C9E4DC-C43C-4CD7-B473-E9A0D8C05392}">
      <dsp:nvSpPr>
        <dsp:cNvPr id="0" name=""/>
        <dsp:cNvSpPr/>
      </dsp:nvSpPr>
      <dsp:spPr>
        <a:xfrm>
          <a:off x="418806" y="3775448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E2621F-232D-4283-B22E-ED5697CB8AD6}">
      <dsp:nvSpPr>
        <dsp:cNvPr id="0" name=""/>
        <dsp:cNvSpPr/>
      </dsp:nvSpPr>
      <dsp:spPr>
        <a:xfrm>
          <a:off x="1599077" y="3463939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3: security hardening + HTTPS + admin auth</a:t>
          </a:r>
        </a:p>
      </dsp:txBody>
      <dsp:txXfrm>
        <a:off x="1599077" y="3463939"/>
        <a:ext cx="10310957" cy="1384483"/>
      </dsp:txXfrm>
    </dsp:sp>
    <dsp:sp modelId="{B58320A6-A54C-45F5-A055-D3DF7F050FD2}">
      <dsp:nvSpPr>
        <dsp:cNvPr id="0" name=""/>
        <dsp:cNvSpPr/>
      </dsp:nvSpPr>
      <dsp:spPr>
        <a:xfrm>
          <a:off x="0" y="5194543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D35FC5-FFF0-41B8-96A2-D47652B33EC3}">
      <dsp:nvSpPr>
        <dsp:cNvPr id="0" name=""/>
        <dsp:cNvSpPr/>
      </dsp:nvSpPr>
      <dsp:spPr>
        <a:xfrm>
          <a:off x="418806" y="5506051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7A49C8-95BD-4432-BC08-7A18D125BF23}">
      <dsp:nvSpPr>
        <dsp:cNvPr id="0" name=""/>
        <dsp:cNvSpPr/>
      </dsp:nvSpPr>
      <dsp:spPr>
        <a:xfrm>
          <a:off x="1599077" y="5194543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4: segmentation + multi-user ownership controls</a:t>
          </a:r>
        </a:p>
      </dsp:txBody>
      <dsp:txXfrm>
        <a:off x="1599077" y="5194543"/>
        <a:ext cx="10310957" cy="1384483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750E91-8412-46D9-A072-073EB0EF4B19}">
      <dsp:nvSpPr>
        <dsp:cNvPr id="0" name=""/>
        <dsp:cNvSpPr/>
      </dsp:nvSpPr>
      <dsp:spPr>
        <a:xfrm>
          <a:off x="0" y="2731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98881C-E873-4AFC-83ED-BD8BC59F1F46}">
      <dsp:nvSpPr>
        <dsp:cNvPr id="0" name=""/>
        <dsp:cNvSpPr/>
      </dsp:nvSpPr>
      <dsp:spPr>
        <a:xfrm>
          <a:off x="418806" y="314240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01DE4-FB8E-452B-A856-B5A8AC3C1FBC}">
      <dsp:nvSpPr>
        <dsp:cNvPr id="0" name=""/>
        <dsp:cNvSpPr/>
      </dsp:nvSpPr>
      <dsp:spPr>
        <a:xfrm>
          <a:off x="1599077" y="2731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1: Frontend prototype + mock API</a:t>
          </a:r>
        </a:p>
      </dsp:txBody>
      <dsp:txXfrm>
        <a:off x="1599077" y="2731"/>
        <a:ext cx="10310957" cy="1384483"/>
      </dsp:txXfrm>
    </dsp:sp>
    <dsp:sp modelId="{1E88DE08-D15D-42F6-9C95-D8E4FF444F2C}">
      <dsp:nvSpPr>
        <dsp:cNvPr id="0" name=""/>
        <dsp:cNvSpPr/>
      </dsp:nvSpPr>
      <dsp:spPr>
        <a:xfrm>
          <a:off x="0" y="1733335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71A001-FC39-40B5-87C6-266434685C1D}">
      <dsp:nvSpPr>
        <dsp:cNvPr id="0" name=""/>
        <dsp:cNvSpPr/>
      </dsp:nvSpPr>
      <dsp:spPr>
        <a:xfrm>
          <a:off x="418806" y="2044844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D26370-8D51-43DF-8422-A7054231ADB5}">
      <dsp:nvSpPr>
        <dsp:cNvPr id="0" name=""/>
        <dsp:cNvSpPr/>
      </dsp:nvSpPr>
      <dsp:spPr>
        <a:xfrm>
          <a:off x="1599077" y="1733335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2: Real backend + persistence + async jobs</a:t>
          </a:r>
        </a:p>
      </dsp:txBody>
      <dsp:txXfrm>
        <a:off x="1599077" y="1733335"/>
        <a:ext cx="10310957" cy="1384483"/>
      </dsp:txXfrm>
    </dsp:sp>
    <dsp:sp modelId="{BD49E139-8E01-4298-83DA-144602DCD3CC}">
      <dsp:nvSpPr>
        <dsp:cNvPr id="0" name=""/>
        <dsp:cNvSpPr/>
      </dsp:nvSpPr>
      <dsp:spPr>
        <a:xfrm>
          <a:off x="0" y="3463939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C9E4DC-C43C-4CD7-B473-E9A0D8C05392}">
      <dsp:nvSpPr>
        <dsp:cNvPr id="0" name=""/>
        <dsp:cNvSpPr/>
      </dsp:nvSpPr>
      <dsp:spPr>
        <a:xfrm>
          <a:off x="418806" y="3775448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E2621F-232D-4283-B22E-ED5697CB8AD6}">
      <dsp:nvSpPr>
        <dsp:cNvPr id="0" name=""/>
        <dsp:cNvSpPr/>
      </dsp:nvSpPr>
      <dsp:spPr>
        <a:xfrm>
          <a:off x="1599077" y="3463939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3: security hardening + HTTPS + admin auth</a:t>
          </a:r>
        </a:p>
      </dsp:txBody>
      <dsp:txXfrm>
        <a:off x="1599077" y="3463939"/>
        <a:ext cx="10310957" cy="1384483"/>
      </dsp:txXfrm>
    </dsp:sp>
    <dsp:sp modelId="{B58320A6-A54C-45F5-A055-D3DF7F050FD2}">
      <dsp:nvSpPr>
        <dsp:cNvPr id="0" name=""/>
        <dsp:cNvSpPr/>
      </dsp:nvSpPr>
      <dsp:spPr>
        <a:xfrm>
          <a:off x="0" y="5194543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D35FC5-FFF0-41B8-96A2-D47652B33EC3}">
      <dsp:nvSpPr>
        <dsp:cNvPr id="0" name=""/>
        <dsp:cNvSpPr/>
      </dsp:nvSpPr>
      <dsp:spPr>
        <a:xfrm>
          <a:off x="418806" y="5506051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7A49C8-95BD-4432-BC08-7A18D125BF23}">
      <dsp:nvSpPr>
        <dsp:cNvPr id="0" name=""/>
        <dsp:cNvSpPr/>
      </dsp:nvSpPr>
      <dsp:spPr>
        <a:xfrm>
          <a:off x="1599077" y="5194543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4: segmentation + multi-user ownership controls</a:t>
          </a:r>
        </a:p>
      </dsp:txBody>
      <dsp:txXfrm>
        <a:off x="1599077" y="5194543"/>
        <a:ext cx="10310957" cy="1384483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750E91-8412-46D9-A072-073EB0EF4B19}">
      <dsp:nvSpPr>
        <dsp:cNvPr id="0" name=""/>
        <dsp:cNvSpPr/>
      </dsp:nvSpPr>
      <dsp:spPr>
        <a:xfrm>
          <a:off x="0" y="2731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98881C-E873-4AFC-83ED-BD8BC59F1F46}">
      <dsp:nvSpPr>
        <dsp:cNvPr id="0" name=""/>
        <dsp:cNvSpPr/>
      </dsp:nvSpPr>
      <dsp:spPr>
        <a:xfrm>
          <a:off x="418806" y="314240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01DE4-FB8E-452B-A856-B5A8AC3C1FBC}">
      <dsp:nvSpPr>
        <dsp:cNvPr id="0" name=""/>
        <dsp:cNvSpPr/>
      </dsp:nvSpPr>
      <dsp:spPr>
        <a:xfrm>
          <a:off x="1599077" y="2731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1: Frontend prototype + mock API</a:t>
          </a:r>
        </a:p>
      </dsp:txBody>
      <dsp:txXfrm>
        <a:off x="1599077" y="2731"/>
        <a:ext cx="10310957" cy="1384483"/>
      </dsp:txXfrm>
    </dsp:sp>
    <dsp:sp modelId="{1E88DE08-D15D-42F6-9C95-D8E4FF444F2C}">
      <dsp:nvSpPr>
        <dsp:cNvPr id="0" name=""/>
        <dsp:cNvSpPr/>
      </dsp:nvSpPr>
      <dsp:spPr>
        <a:xfrm>
          <a:off x="0" y="1733335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71A001-FC39-40B5-87C6-266434685C1D}">
      <dsp:nvSpPr>
        <dsp:cNvPr id="0" name=""/>
        <dsp:cNvSpPr/>
      </dsp:nvSpPr>
      <dsp:spPr>
        <a:xfrm>
          <a:off x="418806" y="2044844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D26370-8D51-43DF-8422-A7054231ADB5}">
      <dsp:nvSpPr>
        <dsp:cNvPr id="0" name=""/>
        <dsp:cNvSpPr/>
      </dsp:nvSpPr>
      <dsp:spPr>
        <a:xfrm>
          <a:off x="1599077" y="1733335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2: Real backend + persistence + async jobs</a:t>
          </a:r>
        </a:p>
      </dsp:txBody>
      <dsp:txXfrm>
        <a:off x="1599077" y="1733335"/>
        <a:ext cx="10310957" cy="1384483"/>
      </dsp:txXfrm>
    </dsp:sp>
    <dsp:sp modelId="{BD49E139-8E01-4298-83DA-144602DCD3CC}">
      <dsp:nvSpPr>
        <dsp:cNvPr id="0" name=""/>
        <dsp:cNvSpPr/>
      </dsp:nvSpPr>
      <dsp:spPr>
        <a:xfrm>
          <a:off x="0" y="3463939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C9E4DC-C43C-4CD7-B473-E9A0D8C05392}">
      <dsp:nvSpPr>
        <dsp:cNvPr id="0" name=""/>
        <dsp:cNvSpPr/>
      </dsp:nvSpPr>
      <dsp:spPr>
        <a:xfrm>
          <a:off x="418806" y="3775448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E2621F-232D-4283-B22E-ED5697CB8AD6}">
      <dsp:nvSpPr>
        <dsp:cNvPr id="0" name=""/>
        <dsp:cNvSpPr/>
      </dsp:nvSpPr>
      <dsp:spPr>
        <a:xfrm>
          <a:off x="1599077" y="3463939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3: security hardening + HTTPS + admin auth</a:t>
          </a:r>
        </a:p>
      </dsp:txBody>
      <dsp:txXfrm>
        <a:off x="1599077" y="3463939"/>
        <a:ext cx="10310957" cy="1384483"/>
      </dsp:txXfrm>
    </dsp:sp>
    <dsp:sp modelId="{B58320A6-A54C-45F5-A055-D3DF7F050FD2}">
      <dsp:nvSpPr>
        <dsp:cNvPr id="0" name=""/>
        <dsp:cNvSpPr/>
      </dsp:nvSpPr>
      <dsp:spPr>
        <a:xfrm>
          <a:off x="0" y="5194543"/>
          <a:ext cx="11910035" cy="138448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D35FC5-FFF0-41B8-96A2-D47652B33EC3}">
      <dsp:nvSpPr>
        <dsp:cNvPr id="0" name=""/>
        <dsp:cNvSpPr/>
      </dsp:nvSpPr>
      <dsp:spPr>
        <a:xfrm>
          <a:off x="418806" y="5506051"/>
          <a:ext cx="761465" cy="761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7A49C8-95BD-4432-BC08-7A18D125BF23}">
      <dsp:nvSpPr>
        <dsp:cNvPr id="0" name=""/>
        <dsp:cNvSpPr/>
      </dsp:nvSpPr>
      <dsp:spPr>
        <a:xfrm>
          <a:off x="1599077" y="5194543"/>
          <a:ext cx="10310957" cy="1384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4" tIns="146524" rIns="146524" bIns="14652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Phase 4: segmentation + multi-user ownership controls</a:t>
          </a:r>
        </a:p>
      </dsp:txBody>
      <dsp:txXfrm>
        <a:off x="1599077" y="5194543"/>
        <a:ext cx="10310957" cy="13844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1547-C7AE-44D5-B230-B90D986BA0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3F97F-DB53-46C4-BC84-ECE7CF5CB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440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1547-C7AE-44D5-B230-B90D986BA0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3F97F-DB53-46C4-BC84-ECE7CF5CB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806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1547-C7AE-44D5-B230-B90D986BA0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3F97F-DB53-46C4-BC84-ECE7CF5CB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7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1547-C7AE-44D5-B230-B90D986BA0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3F97F-DB53-46C4-BC84-ECE7CF5CB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022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1547-C7AE-44D5-B230-B90D986BA0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3F97F-DB53-46C4-BC84-ECE7CF5CB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20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1547-C7AE-44D5-B230-B90D986BA0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3F97F-DB53-46C4-BC84-ECE7CF5CB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04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1547-C7AE-44D5-B230-B90D986BA0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3F97F-DB53-46C4-BC84-ECE7CF5CB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932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1547-C7AE-44D5-B230-B90D986BA0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3F97F-DB53-46C4-BC84-ECE7CF5CB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090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1547-C7AE-44D5-B230-B90D986BA0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3F97F-DB53-46C4-BC84-ECE7CF5CB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119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1547-C7AE-44D5-B230-B90D986BA0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3F97F-DB53-46C4-BC84-ECE7CF5CB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583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1547-C7AE-44D5-B230-B90D986BA0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3F97F-DB53-46C4-BC84-ECE7CF5CB37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7226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1547-C7AE-44D5-B230-B90D986BA0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3F97F-DB53-46C4-BC84-ECE7CF5CB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21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1547-C7AE-44D5-B230-B90D986BA0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3F97F-DB53-46C4-BC84-ECE7CF5CB37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38223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1547-C7AE-44D5-B230-B90D986BA0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3F97F-DB53-46C4-BC84-ECE7CF5CB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757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1547-C7AE-44D5-B230-B90D986BA0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3F97F-DB53-46C4-BC84-ECE7CF5CB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3078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1547-C7AE-44D5-B230-B90D986BA0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3F97F-DB53-46C4-BC84-ECE7CF5CB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8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B1547-C7AE-44D5-B230-B90D986BA0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593F97F-DB53-46C4-BC84-ECE7CF5CB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25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6.svg"/><Relationship Id="rId7" Type="http://schemas.openxmlformats.org/officeDocument/2006/relationships/diagramLayout" Target="../diagrams/layout1.xml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openxmlformats.org/officeDocument/2006/relationships/image" Target="../media/image8.svg"/><Relationship Id="rId10" Type="http://schemas.microsoft.com/office/2007/relationships/diagramDrawing" Target="../diagrams/drawing1.xml"/><Relationship Id="rId4" Type="http://schemas.openxmlformats.org/officeDocument/2006/relationships/image" Target="../media/image7.svg"/><Relationship Id="rId9" Type="http://schemas.openxmlformats.org/officeDocument/2006/relationships/diagramColors" Target="../diagrams/colors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18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Layout" Target="../diagrams/layout10.xml"/><Relationship Id="rId7" Type="http://schemas.openxmlformats.org/officeDocument/2006/relationships/image" Target="../media/image18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Layout" Target="../diagrams/layout11.xml"/><Relationship Id="rId7" Type="http://schemas.openxmlformats.org/officeDocument/2006/relationships/image" Target="../media/image18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Layout" Target="../diagrams/layout12.xml"/><Relationship Id="rId7" Type="http://schemas.openxmlformats.org/officeDocument/2006/relationships/image" Target="../media/image18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10" Type="http://schemas.openxmlformats.org/officeDocument/2006/relationships/image" Target="../media/image21.png"/><Relationship Id="rId4" Type="http://schemas.openxmlformats.org/officeDocument/2006/relationships/diagramQuickStyle" Target="../diagrams/quickStyle12.xml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Layout" Target="../diagrams/layout13.xml"/><Relationship Id="rId7" Type="http://schemas.openxmlformats.org/officeDocument/2006/relationships/image" Target="../media/image18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11" Type="http://schemas.openxmlformats.org/officeDocument/2006/relationships/image" Target="../media/image22.png"/><Relationship Id="rId5" Type="http://schemas.openxmlformats.org/officeDocument/2006/relationships/diagramColors" Target="../diagrams/colors13.xml"/><Relationship Id="rId10" Type="http://schemas.openxmlformats.org/officeDocument/2006/relationships/image" Target="../media/image21.png"/><Relationship Id="rId4" Type="http://schemas.openxmlformats.org/officeDocument/2006/relationships/diagramQuickStyle" Target="../diagrams/quickStyle13.xml"/><Relationship Id="rId9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Layout" Target="../diagrams/layout14.xml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11" Type="http://schemas.openxmlformats.org/officeDocument/2006/relationships/image" Target="../media/image22.png"/><Relationship Id="rId5" Type="http://schemas.openxmlformats.org/officeDocument/2006/relationships/diagramColors" Target="../diagrams/colors14.xml"/><Relationship Id="rId10" Type="http://schemas.openxmlformats.org/officeDocument/2006/relationships/image" Target="../media/image21.png"/><Relationship Id="rId4" Type="http://schemas.openxmlformats.org/officeDocument/2006/relationships/diagramQuickStyle" Target="../diagrams/quickStyle14.xml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diagramLayout" Target="../diagrams/layout15.xml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11" Type="http://schemas.openxmlformats.org/officeDocument/2006/relationships/image" Target="../media/image22.png"/><Relationship Id="rId5" Type="http://schemas.openxmlformats.org/officeDocument/2006/relationships/diagramColors" Target="../diagrams/colors15.xml"/><Relationship Id="rId10" Type="http://schemas.openxmlformats.org/officeDocument/2006/relationships/image" Target="../media/image21.png"/><Relationship Id="rId4" Type="http://schemas.openxmlformats.org/officeDocument/2006/relationships/diagramQuickStyle" Target="../diagrams/quickStyle15.xml"/><Relationship Id="rId9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diagramLayout" Target="../diagrams/layout16.xml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11" Type="http://schemas.openxmlformats.org/officeDocument/2006/relationships/image" Target="../media/image22.png"/><Relationship Id="rId5" Type="http://schemas.openxmlformats.org/officeDocument/2006/relationships/diagramColors" Target="../diagrams/colors16.xml"/><Relationship Id="rId10" Type="http://schemas.openxmlformats.org/officeDocument/2006/relationships/image" Target="../media/image21.png"/><Relationship Id="rId4" Type="http://schemas.openxmlformats.org/officeDocument/2006/relationships/diagramQuickStyle" Target="../diagrams/quickStyle16.xml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diagramLayout" Target="../diagrams/layout17.xml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11" Type="http://schemas.openxmlformats.org/officeDocument/2006/relationships/image" Target="../media/image22.png"/><Relationship Id="rId5" Type="http://schemas.openxmlformats.org/officeDocument/2006/relationships/diagramColors" Target="../diagrams/colors17.xml"/><Relationship Id="rId10" Type="http://schemas.openxmlformats.org/officeDocument/2006/relationships/image" Target="../media/image21.png"/><Relationship Id="rId4" Type="http://schemas.openxmlformats.org/officeDocument/2006/relationships/diagramQuickStyle" Target="../diagrams/quickStyle17.xml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adlock on computer motherboard">
            <a:extLst>
              <a:ext uri="{FF2B5EF4-FFF2-40B4-BE49-F238E27FC236}">
                <a16:creationId xmlns:a16="http://schemas.microsoft.com/office/drawing/2014/main" id="{70FB8455-050F-D4F1-AE0F-F82D10BC0A1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alphaModFix/>
          </a:blip>
          <a:srcRect b="15730"/>
          <a:stretch>
            <a:fillRect/>
          </a:stretch>
        </p:blipFill>
        <p:spPr>
          <a:xfrm>
            <a:off x="20" y="10"/>
            <a:ext cx="12191981" cy="6857989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6D4756-ED88-A523-DD32-B19DEFAB6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8000" b="1" dirty="0">
                <a:solidFill>
                  <a:srgbClr val="FFFFFF"/>
                </a:solidFill>
                <a:latin typeface="Aharoni" panose="020F0502020204030204" pitchFamily="2" charset="-79"/>
                <a:ea typeface="Cascadia Mono" panose="020B0609020000020004" pitchFamily="49" charset="0"/>
                <a:cs typeface="Aharoni" panose="020F0502020204030204" pitchFamily="2" charset="-79"/>
              </a:rPr>
              <a:t>Secure Image Processing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E04085-910D-4E7E-42E7-AF2C1E24C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 fontScale="25000" lnSpcReduction="20000"/>
          </a:bodyPr>
          <a:lstStyle/>
          <a:p>
            <a:pPr algn="l"/>
            <a:endParaRPr lang="en-US" sz="1000" dirty="0">
              <a:solidFill>
                <a:srgbClr val="FFFFFF"/>
              </a:solidFill>
            </a:endParaRPr>
          </a:p>
          <a:p>
            <a:pPr algn="l"/>
            <a:r>
              <a:rPr lang="en-US" sz="12800" dirty="0">
                <a:solidFill>
                  <a:srgbClr val="FFFFFF"/>
                </a:solidFill>
              </a:rPr>
              <a:t>Ryan Yang</a:t>
            </a:r>
          </a:p>
          <a:p>
            <a:pPr algn="l"/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EBAB4A-CF5E-67D1-7B7B-856844CEEA52}"/>
              </a:ext>
            </a:extLst>
          </p:cNvPr>
          <p:cNvSpPr/>
          <p:nvPr/>
        </p:nvSpPr>
        <p:spPr>
          <a:xfrm>
            <a:off x="-18230" y="-6906706"/>
            <a:ext cx="4059936" cy="6858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38F34A-227A-408C-6AA2-F59B69F8ECC5}"/>
              </a:ext>
            </a:extLst>
          </p:cNvPr>
          <p:cNvSpPr/>
          <p:nvPr/>
        </p:nvSpPr>
        <p:spPr>
          <a:xfrm>
            <a:off x="4041706" y="-8146698"/>
            <a:ext cx="4059936" cy="685800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D69D08-DE87-B553-6814-1CDA0C8F9617}"/>
              </a:ext>
            </a:extLst>
          </p:cNvPr>
          <p:cNvSpPr/>
          <p:nvPr/>
        </p:nvSpPr>
        <p:spPr>
          <a:xfrm>
            <a:off x="8101642" y="-9491498"/>
            <a:ext cx="4090053" cy="685800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178F4CB-3964-629B-9211-8208A79F95FC}"/>
              </a:ext>
            </a:extLst>
          </p:cNvPr>
          <p:cNvSpPr/>
          <p:nvPr/>
        </p:nvSpPr>
        <p:spPr>
          <a:xfrm>
            <a:off x="1131628" y="-5477956"/>
            <a:ext cx="1924050" cy="1676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7E51E6-871A-4992-9FEC-317F1F931735}"/>
              </a:ext>
            </a:extLst>
          </p:cNvPr>
          <p:cNvSpPr txBox="1"/>
          <p:nvPr/>
        </p:nvSpPr>
        <p:spPr>
          <a:xfrm>
            <a:off x="622059" y="-3477706"/>
            <a:ext cx="28908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Need: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reliable image upload, processing, and result delivery</a:t>
            </a:r>
          </a:p>
          <a:p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E616B73-8983-D5F5-56B0-03772BC70E78}"/>
              </a:ext>
            </a:extLst>
          </p:cNvPr>
          <p:cNvSpPr/>
          <p:nvPr/>
        </p:nvSpPr>
        <p:spPr>
          <a:xfrm>
            <a:off x="5103553" y="-6717948"/>
            <a:ext cx="1924050" cy="1676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71DC0FB-79FD-E465-48AF-3DE7AC9CED52}"/>
              </a:ext>
            </a:extLst>
          </p:cNvPr>
          <p:cNvSpPr/>
          <p:nvPr/>
        </p:nvSpPr>
        <p:spPr>
          <a:xfrm>
            <a:off x="9205798" y="-8062748"/>
            <a:ext cx="1924050" cy="1676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 descr="Unlock">
            <a:extLst>
              <a:ext uri="{FF2B5EF4-FFF2-40B4-BE49-F238E27FC236}">
                <a16:creationId xmlns:a16="http://schemas.microsoft.com/office/drawing/2014/main" id="{C7195E5F-1CE1-73E8-454A-2041A5FD28F8}"/>
              </a:ext>
            </a:extLst>
          </p:cNvPr>
          <p:cNvSpPr/>
          <p:nvPr/>
        </p:nvSpPr>
        <p:spPr>
          <a:xfrm>
            <a:off x="5680517" y="-6270905"/>
            <a:ext cx="782314" cy="782314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3" name="Rectangle 32" descr="Box">
            <a:extLst>
              <a:ext uri="{FF2B5EF4-FFF2-40B4-BE49-F238E27FC236}">
                <a16:creationId xmlns:a16="http://schemas.microsoft.com/office/drawing/2014/main" id="{3481C841-922A-2F74-1686-DAB2EB76DA21}"/>
              </a:ext>
            </a:extLst>
          </p:cNvPr>
          <p:cNvSpPr/>
          <p:nvPr/>
        </p:nvSpPr>
        <p:spPr>
          <a:xfrm>
            <a:off x="1702496" y="-5030913"/>
            <a:ext cx="782314" cy="782314"/>
          </a:xfrm>
          <a:prstGeom prst="rect">
            <a:avLst/>
          </a:prstGeom>
          <a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34" descr="Astronaut">
            <a:extLst>
              <a:ext uri="{FF2B5EF4-FFF2-40B4-BE49-F238E27FC236}">
                <a16:creationId xmlns:a16="http://schemas.microsoft.com/office/drawing/2014/main" id="{EA579255-7572-6D1C-74B3-32A65047C6C4}"/>
              </a:ext>
            </a:extLst>
          </p:cNvPr>
          <p:cNvSpPr/>
          <p:nvPr/>
        </p:nvSpPr>
        <p:spPr>
          <a:xfrm>
            <a:off x="9770570" y="-7615705"/>
            <a:ext cx="782314" cy="782314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C66956-D44C-496C-E9F8-13A1D4268540}"/>
              </a:ext>
            </a:extLst>
          </p:cNvPr>
          <p:cNvSpPr txBox="1"/>
          <p:nvPr/>
        </p:nvSpPr>
        <p:spPr>
          <a:xfrm>
            <a:off x="4681995" y="-4717698"/>
            <a:ext cx="28908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Challenge: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Security, scalability, and usability</a:t>
            </a:r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E45001-D432-E4F6-36C0-D57DFB827425}"/>
              </a:ext>
            </a:extLst>
          </p:cNvPr>
          <p:cNvSpPr txBox="1"/>
          <p:nvPr/>
        </p:nvSpPr>
        <p:spPr>
          <a:xfrm>
            <a:off x="8657920" y="-6062498"/>
            <a:ext cx="28908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Goal: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Build a full-stack, production-minded workflow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090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109F47E-29EA-7F5F-4209-0A17B7CBBA1D}"/>
              </a:ext>
            </a:extLst>
          </p:cNvPr>
          <p:cNvSpPr/>
          <p:nvPr/>
        </p:nvSpPr>
        <p:spPr>
          <a:xfrm>
            <a:off x="-1" y="0"/>
            <a:ext cx="4127143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08B7F3-8254-4730-1D20-311673279429}"/>
              </a:ext>
            </a:extLst>
          </p:cNvPr>
          <p:cNvSpPr/>
          <p:nvPr/>
        </p:nvSpPr>
        <p:spPr>
          <a:xfrm>
            <a:off x="4059936" y="-1"/>
            <a:ext cx="4078224" cy="685800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336794-CA19-CD85-ACC9-D6568DE3B5C3}"/>
              </a:ext>
            </a:extLst>
          </p:cNvPr>
          <p:cNvSpPr/>
          <p:nvPr/>
        </p:nvSpPr>
        <p:spPr>
          <a:xfrm>
            <a:off x="8107679" y="-1"/>
            <a:ext cx="4184874" cy="6858001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063651C-7126-D9EB-31D8-99C3403F23CA}"/>
              </a:ext>
            </a:extLst>
          </p:cNvPr>
          <p:cNvSpPr/>
          <p:nvPr/>
        </p:nvSpPr>
        <p:spPr>
          <a:xfrm>
            <a:off x="1155954" y="1428749"/>
            <a:ext cx="1924050" cy="1676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3F4496-A03B-F98E-2E3B-B416DC1F037C}"/>
              </a:ext>
            </a:extLst>
          </p:cNvPr>
          <p:cNvSpPr txBox="1"/>
          <p:nvPr/>
        </p:nvSpPr>
        <p:spPr>
          <a:xfrm>
            <a:off x="646385" y="3428999"/>
            <a:ext cx="28908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Need: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Reliable image upload, processing, and result delivery</a:t>
            </a:r>
          </a:p>
          <a:p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A7147A0-211A-35E4-ECFD-8644539C18F9}"/>
              </a:ext>
            </a:extLst>
          </p:cNvPr>
          <p:cNvSpPr/>
          <p:nvPr/>
        </p:nvSpPr>
        <p:spPr>
          <a:xfrm>
            <a:off x="5127879" y="1428749"/>
            <a:ext cx="1924050" cy="1676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05DD860-533D-A08B-8386-F3A7E86D4A4B}"/>
              </a:ext>
            </a:extLst>
          </p:cNvPr>
          <p:cNvSpPr/>
          <p:nvPr/>
        </p:nvSpPr>
        <p:spPr>
          <a:xfrm>
            <a:off x="9200007" y="1428749"/>
            <a:ext cx="1924050" cy="1676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 descr="Unlock">
            <a:extLst>
              <a:ext uri="{FF2B5EF4-FFF2-40B4-BE49-F238E27FC236}">
                <a16:creationId xmlns:a16="http://schemas.microsoft.com/office/drawing/2014/main" id="{45573C30-66A0-F0DE-74E9-BECE378A58FD}"/>
              </a:ext>
            </a:extLst>
          </p:cNvPr>
          <p:cNvSpPr/>
          <p:nvPr/>
        </p:nvSpPr>
        <p:spPr>
          <a:xfrm>
            <a:off x="5704843" y="1875792"/>
            <a:ext cx="782314" cy="782314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9" descr="Box">
            <a:extLst>
              <a:ext uri="{FF2B5EF4-FFF2-40B4-BE49-F238E27FC236}">
                <a16:creationId xmlns:a16="http://schemas.microsoft.com/office/drawing/2014/main" id="{FCAC7EBC-C2D9-BA9B-367C-34E9F9052B10}"/>
              </a:ext>
            </a:extLst>
          </p:cNvPr>
          <p:cNvSpPr/>
          <p:nvPr/>
        </p:nvSpPr>
        <p:spPr>
          <a:xfrm>
            <a:off x="1726822" y="1875792"/>
            <a:ext cx="782314" cy="782314"/>
          </a:xfrm>
          <a:prstGeom prst="rect">
            <a:avLst/>
          </a:prstGeom>
          <a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30" descr="Astronaut">
            <a:extLst>
              <a:ext uri="{FF2B5EF4-FFF2-40B4-BE49-F238E27FC236}">
                <a16:creationId xmlns:a16="http://schemas.microsoft.com/office/drawing/2014/main" id="{7FDCEB4B-2420-129E-3E8A-F472D6A9F273}"/>
              </a:ext>
            </a:extLst>
          </p:cNvPr>
          <p:cNvSpPr/>
          <p:nvPr/>
        </p:nvSpPr>
        <p:spPr>
          <a:xfrm>
            <a:off x="9764779" y="1875792"/>
            <a:ext cx="782314" cy="782314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E35E6D-8309-3EE8-DABB-69EB11EB0108}"/>
              </a:ext>
            </a:extLst>
          </p:cNvPr>
          <p:cNvSpPr txBox="1"/>
          <p:nvPr/>
        </p:nvSpPr>
        <p:spPr>
          <a:xfrm>
            <a:off x="4706321" y="3428999"/>
            <a:ext cx="28908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Challenge: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Security, scalability, and usability</a:t>
            </a:r>
          </a:p>
          <a:p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C78633-DF0A-93AE-4769-33583CD2F842}"/>
              </a:ext>
            </a:extLst>
          </p:cNvPr>
          <p:cNvSpPr txBox="1"/>
          <p:nvPr/>
        </p:nvSpPr>
        <p:spPr>
          <a:xfrm>
            <a:off x="8652129" y="3428999"/>
            <a:ext cx="28908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Goal: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Build a full-stack, production-minded workflow</a:t>
            </a:r>
          </a:p>
          <a:p>
            <a:endParaRPr lang="en-US" dirty="0"/>
          </a:p>
        </p:txBody>
      </p:sp>
      <p:sp>
        <p:nvSpPr>
          <p:cNvPr id="59" name="Title 3">
            <a:extLst>
              <a:ext uri="{FF2B5EF4-FFF2-40B4-BE49-F238E27FC236}">
                <a16:creationId xmlns:a16="http://schemas.microsoft.com/office/drawing/2014/main" id="{6FC1BA01-04CF-1104-BE2F-C5C144635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2486" y="440614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C8BB905-F591-6D5B-ECEB-B5955D735696}"/>
              </a:ext>
            </a:extLst>
          </p:cNvPr>
          <p:cNvSpPr/>
          <p:nvPr/>
        </p:nvSpPr>
        <p:spPr>
          <a:xfrm>
            <a:off x="13774057" y="115249"/>
            <a:ext cx="12192000" cy="1371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High Level Architecture 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E93B1CE-E3EB-BAC3-98A5-CD1D3230CB63}"/>
              </a:ext>
            </a:extLst>
          </p:cNvPr>
          <p:cNvSpPr/>
          <p:nvPr/>
        </p:nvSpPr>
        <p:spPr>
          <a:xfrm>
            <a:off x="13774057" y="1486849"/>
            <a:ext cx="12192000" cy="1371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7A776CB-9A1B-0097-9F8D-0E58767D2BE6}"/>
              </a:ext>
            </a:extLst>
          </p:cNvPr>
          <p:cNvSpPr txBox="1"/>
          <p:nvPr/>
        </p:nvSpPr>
        <p:spPr>
          <a:xfrm>
            <a:off x="21299715" y="1766177"/>
            <a:ext cx="87811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Frontend: HTML/CSS/JavaScript multi-page UI</a:t>
            </a:r>
          </a:p>
          <a:p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8334FC2-D342-FCCA-F0D1-429B3E73ED75}"/>
              </a:ext>
            </a:extLst>
          </p:cNvPr>
          <p:cNvSpPr/>
          <p:nvPr/>
        </p:nvSpPr>
        <p:spPr>
          <a:xfrm>
            <a:off x="13774057" y="2855275"/>
            <a:ext cx="12192000" cy="13716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7B43E93-7877-A62B-5A39-85DD2535D771}"/>
              </a:ext>
            </a:extLst>
          </p:cNvPr>
          <p:cNvSpPr txBox="1"/>
          <p:nvPr/>
        </p:nvSpPr>
        <p:spPr>
          <a:xfrm>
            <a:off x="21299715" y="3134603"/>
            <a:ext cx="87811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200" dirty="0"/>
              <a:t>Backend: </a:t>
            </a:r>
            <a:r>
              <a:rPr lang="en-US" sz="3200" dirty="0" err="1"/>
              <a:t>FastAPI</a:t>
            </a:r>
            <a:r>
              <a:rPr lang="en-US" sz="3200" dirty="0"/>
              <a:t> API services</a:t>
            </a:r>
          </a:p>
          <a:p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05CAA13-9A03-9561-AAD9-2D9F0A5BF683}"/>
              </a:ext>
            </a:extLst>
          </p:cNvPr>
          <p:cNvSpPr/>
          <p:nvPr/>
        </p:nvSpPr>
        <p:spPr>
          <a:xfrm>
            <a:off x="13774057" y="4220527"/>
            <a:ext cx="12192000" cy="13716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F5CA9EA-0DD9-5680-5679-09F20139ABE4}"/>
              </a:ext>
            </a:extLst>
          </p:cNvPr>
          <p:cNvSpPr txBox="1"/>
          <p:nvPr/>
        </p:nvSpPr>
        <p:spPr>
          <a:xfrm>
            <a:off x="21299715" y="4499855"/>
            <a:ext cx="87811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200" dirty="0"/>
              <a:t>Data: SQLite metadata + filesystem artifacts</a:t>
            </a:r>
          </a:p>
          <a:p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8DF46CC-B77B-A751-5C2A-1AACBA34415C}"/>
              </a:ext>
            </a:extLst>
          </p:cNvPr>
          <p:cNvSpPr/>
          <p:nvPr/>
        </p:nvSpPr>
        <p:spPr>
          <a:xfrm>
            <a:off x="13774057" y="5601649"/>
            <a:ext cx="12192000" cy="137160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76637FE-8653-2975-82F4-C1B38C9002A8}"/>
              </a:ext>
            </a:extLst>
          </p:cNvPr>
          <p:cNvSpPr txBox="1"/>
          <p:nvPr/>
        </p:nvSpPr>
        <p:spPr>
          <a:xfrm>
            <a:off x="21299715" y="5880977"/>
            <a:ext cx="87811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200" dirty="0"/>
              <a:t>HTTPS: Caddy reverse proxy</a:t>
            </a:r>
          </a:p>
          <a:p>
            <a:endParaRPr lang="en-US" dirty="0"/>
          </a:p>
        </p:txBody>
      </p:sp>
      <p:sp>
        <p:nvSpPr>
          <p:cNvPr id="73" name="Rectangle 72" descr="Computer">
            <a:extLst>
              <a:ext uri="{FF2B5EF4-FFF2-40B4-BE49-F238E27FC236}">
                <a16:creationId xmlns:a16="http://schemas.microsoft.com/office/drawing/2014/main" id="{87EF1570-F1AA-AF68-E10F-F23A858841AA}"/>
              </a:ext>
            </a:extLst>
          </p:cNvPr>
          <p:cNvSpPr/>
          <p:nvPr/>
        </p:nvSpPr>
        <p:spPr>
          <a:xfrm>
            <a:off x="20144433" y="5958050"/>
            <a:ext cx="576104" cy="576104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4" name="Rectangle 73" descr="Open Folder">
            <a:extLst>
              <a:ext uri="{FF2B5EF4-FFF2-40B4-BE49-F238E27FC236}">
                <a16:creationId xmlns:a16="http://schemas.microsoft.com/office/drawing/2014/main" id="{69A5DC22-8AA7-2954-DFE7-10B4FE4BA4BC}"/>
              </a:ext>
            </a:extLst>
          </p:cNvPr>
          <p:cNvSpPr/>
          <p:nvPr/>
        </p:nvSpPr>
        <p:spPr>
          <a:xfrm>
            <a:off x="20144433" y="4581689"/>
            <a:ext cx="576104" cy="576104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5" name="Rectangle 74" descr="Database">
            <a:extLst>
              <a:ext uri="{FF2B5EF4-FFF2-40B4-BE49-F238E27FC236}">
                <a16:creationId xmlns:a16="http://schemas.microsoft.com/office/drawing/2014/main" id="{38428947-80B5-B32D-CCE1-E4A8867F87D9}"/>
              </a:ext>
            </a:extLst>
          </p:cNvPr>
          <p:cNvSpPr/>
          <p:nvPr/>
        </p:nvSpPr>
        <p:spPr>
          <a:xfrm>
            <a:off x="20144435" y="3215525"/>
            <a:ext cx="576104" cy="576104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6" name="Rectangle 75" descr="Web Design">
            <a:extLst>
              <a:ext uri="{FF2B5EF4-FFF2-40B4-BE49-F238E27FC236}">
                <a16:creationId xmlns:a16="http://schemas.microsoft.com/office/drawing/2014/main" id="{E0906523-BC3D-4D8E-0B61-EA8508BE0716}"/>
              </a:ext>
            </a:extLst>
          </p:cNvPr>
          <p:cNvSpPr/>
          <p:nvPr/>
        </p:nvSpPr>
        <p:spPr>
          <a:xfrm>
            <a:off x="20144435" y="1840076"/>
            <a:ext cx="576104" cy="576104"/>
          </a:xfrm>
          <a:prstGeom prst="rect">
            <a:avLst/>
          </a:prstGeom>
          <a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474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73AD9A4-BB50-8D7A-1C55-FF6C5A57976D}"/>
              </a:ext>
            </a:extLst>
          </p:cNvPr>
          <p:cNvSpPr/>
          <p:nvPr/>
        </p:nvSpPr>
        <p:spPr>
          <a:xfrm>
            <a:off x="0" y="0"/>
            <a:ext cx="4066032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2984C24-60E2-F912-2819-EA6D561F3E02}"/>
              </a:ext>
            </a:extLst>
          </p:cNvPr>
          <p:cNvSpPr/>
          <p:nvPr/>
        </p:nvSpPr>
        <p:spPr>
          <a:xfrm>
            <a:off x="4072128" y="-1"/>
            <a:ext cx="4066032" cy="685800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AB5C119-C3C9-91B4-5A58-86476E2C145C}"/>
              </a:ext>
            </a:extLst>
          </p:cNvPr>
          <p:cNvSpPr/>
          <p:nvPr/>
        </p:nvSpPr>
        <p:spPr>
          <a:xfrm>
            <a:off x="8119872" y="-1"/>
            <a:ext cx="4072128" cy="6858001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D926CA-7B45-A358-C949-7489D384B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EED696-2607-9640-C4EE-EBA2BC146DEC}"/>
              </a:ext>
            </a:extLst>
          </p:cNvPr>
          <p:cNvSpPr/>
          <p:nvPr/>
        </p:nvSpPr>
        <p:spPr>
          <a:xfrm>
            <a:off x="0" y="6348"/>
            <a:ext cx="12192000" cy="1371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High Level Architecture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1FB68E-F9E0-EE56-B827-F7EB264EB062}"/>
              </a:ext>
            </a:extLst>
          </p:cNvPr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EAAF096-F2C1-DDB4-DB5E-AE9EC2768244}"/>
              </a:ext>
            </a:extLst>
          </p:cNvPr>
          <p:cNvSpPr/>
          <p:nvPr/>
        </p:nvSpPr>
        <p:spPr>
          <a:xfrm>
            <a:off x="359228" y="1609385"/>
            <a:ext cx="957943" cy="8928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A61A05-BECC-DBC4-C915-703BED9E71C4}"/>
              </a:ext>
            </a:extLst>
          </p:cNvPr>
          <p:cNvSpPr txBox="1"/>
          <p:nvPr/>
        </p:nvSpPr>
        <p:spPr>
          <a:xfrm>
            <a:off x="1705429" y="1690688"/>
            <a:ext cx="87811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Frontend: HTML/CSS/JavaScript multi-page UI</a:t>
            </a:r>
          </a:p>
          <a:p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F2D1649-C3E5-8D57-6163-581AC12F93F2}"/>
              </a:ext>
            </a:extLst>
          </p:cNvPr>
          <p:cNvSpPr/>
          <p:nvPr/>
        </p:nvSpPr>
        <p:spPr>
          <a:xfrm>
            <a:off x="0" y="2740026"/>
            <a:ext cx="12192000" cy="13716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4AAC1A2-BA00-FD37-E867-B586D6F9A7EC}"/>
              </a:ext>
            </a:extLst>
          </p:cNvPr>
          <p:cNvSpPr/>
          <p:nvPr/>
        </p:nvSpPr>
        <p:spPr>
          <a:xfrm>
            <a:off x="359228" y="2977811"/>
            <a:ext cx="957943" cy="8928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764160-5AE6-1A84-9861-6B842B1F8D25}"/>
              </a:ext>
            </a:extLst>
          </p:cNvPr>
          <p:cNvSpPr txBox="1"/>
          <p:nvPr/>
        </p:nvSpPr>
        <p:spPr>
          <a:xfrm>
            <a:off x="1705429" y="3059114"/>
            <a:ext cx="87811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200" dirty="0"/>
              <a:t>Backend: </a:t>
            </a:r>
            <a:r>
              <a:rPr lang="en-US" sz="3200" dirty="0" err="1"/>
              <a:t>FastAPI</a:t>
            </a:r>
            <a:r>
              <a:rPr lang="en-US" sz="3200" dirty="0"/>
              <a:t> API services</a:t>
            </a:r>
          </a:p>
          <a:p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249BCAC-F8CB-B331-F5C8-F906F31BEEE1}"/>
              </a:ext>
            </a:extLst>
          </p:cNvPr>
          <p:cNvSpPr/>
          <p:nvPr/>
        </p:nvSpPr>
        <p:spPr>
          <a:xfrm>
            <a:off x="0" y="4105278"/>
            <a:ext cx="12192000" cy="13716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F7E8989-684C-F04C-339C-EA742D974E8A}"/>
              </a:ext>
            </a:extLst>
          </p:cNvPr>
          <p:cNvSpPr/>
          <p:nvPr/>
        </p:nvSpPr>
        <p:spPr>
          <a:xfrm>
            <a:off x="359228" y="4343063"/>
            <a:ext cx="957943" cy="8928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23114A-DD3F-39D3-E60A-788CFEA5D6C9}"/>
              </a:ext>
            </a:extLst>
          </p:cNvPr>
          <p:cNvSpPr txBox="1"/>
          <p:nvPr/>
        </p:nvSpPr>
        <p:spPr>
          <a:xfrm>
            <a:off x="1705429" y="4424366"/>
            <a:ext cx="87811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200" dirty="0"/>
              <a:t>Data: SQLite metadata + filesystem artifacts</a:t>
            </a:r>
          </a:p>
          <a:p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E73A453-3630-3762-5F9F-095EFA38BCF2}"/>
              </a:ext>
            </a:extLst>
          </p:cNvPr>
          <p:cNvSpPr/>
          <p:nvPr/>
        </p:nvSpPr>
        <p:spPr>
          <a:xfrm>
            <a:off x="0" y="5486400"/>
            <a:ext cx="12192000" cy="137160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07E772E-BE7F-3BDB-CB25-07C80063B349}"/>
              </a:ext>
            </a:extLst>
          </p:cNvPr>
          <p:cNvSpPr/>
          <p:nvPr/>
        </p:nvSpPr>
        <p:spPr>
          <a:xfrm>
            <a:off x="359228" y="5724185"/>
            <a:ext cx="957943" cy="8928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8D6348C-577C-6034-FE2F-4A8B32087C7C}"/>
              </a:ext>
            </a:extLst>
          </p:cNvPr>
          <p:cNvSpPr txBox="1"/>
          <p:nvPr/>
        </p:nvSpPr>
        <p:spPr>
          <a:xfrm>
            <a:off x="1705429" y="5805488"/>
            <a:ext cx="87811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200" dirty="0"/>
              <a:t>HTTPS: Caddy reverse proxy</a:t>
            </a:r>
          </a:p>
          <a:p>
            <a:endParaRPr lang="en-US" dirty="0"/>
          </a:p>
        </p:txBody>
      </p:sp>
      <p:sp>
        <p:nvSpPr>
          <p:cNvPr id="42" name="Rectangle 41" descr="Computer">
            <a:extLst>
              <a:ext uri="{FF2B5EF4-FFF2-40B4-BE49-F238E27FC236}">
                <a16:creationId xmlns:a16="http://schemas.microsoft.com/office/drawing/2014/main" id="{19E317E0-6355-B4B7-75F0-7FDB9DD21BE9}"/>
              </a:ext>
            </a:extLst>
          </p:cNvPr>
          <p:cNvSpPr/>
          <p:nvPr/>
        </p:nvSpPr>
        <p:spPr>
          <a:xfrm>
            <a:off x="550147" y="5882561"/>
            <a:ext cx="576104" cy="576104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Rectangle 42" descr="Open Folder">
            <a:extLst>
              <a:ext uri="{FF2B5EF4-FFF2-40B4-BE49-F238E27FC236}">
                <a16:creationId xmlns:a16="http://schemas.microsoft.com/office/drawing/2014/main" id="{43ECF637-D22A-E62E-F8B3-D262DB655AB7}"/>
              </a:ext>
            </a:extLst>
          </p:cNvPr>
          <p:cNvSpPr/>
          <p:nvPr/>
        </p:nvSpPr>
        <p:spPr>
          <a:xfrm>
            <a:off x="550147" y="4506200"/>
            <a:ext cx="576104" cy="576104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" name="Rectangle 43" descr="Database">
            <a:extLst>
              <a:ext uri="{FF2B5EF4-FFF2-40B4-BE49-F238E27FC236}">
                <a16:creationId xmlns:a16="http://schemas.microsoft.com/office/drawing/2014/main" id="{B07D3171-8BCC-57AA-5E02-69DCD75829CB}"/>
              </a:ext>
            </a:extLst>
          </p:cNvPr>
          <p:cNvSpPr/>
          <p:nvPr/>
        </p:nvSpPr>
        <p:spPr>
          <a:xfrm>
            <a:off x="550149" y="3140036"/>
            <a:ext cx="576104" cy="576104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Rectangle 44" descr="Web Design">
            <a:extLst>
              <a:ext uri="{FF2B5EF4-FFF2-40B4-BE49-F238E27FC236}">
                <a16:creationId xmlns:a16="http://schemas.microsoft.com/office/drawing/2014/main" id="{4A0C074E-41B7-4B18-0B8F-1AA3C59F5E92}"/>
              </a:ext>
            </a:extLst>
          </p:cNvPr>
          <p:cNvSpPr/>
          <p:nvPr/>
        </p:nvSpPr>
        <p:spPr>
          <a:xfrm>
            <a:off x="550149" y="1764587"/>
            <a:ext cx="576104" cy="576104"/>
          </a:xfrm>
          <a:prstGeom prst="rect">
            <a:avLst/>
          </a:prstGeom>
          <a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B276BD7-5225-25FF-D1C0-B4AB247C3AE4}"/>
              </a:ext>
            </a:extLst>
          </p:cNvPr>
          <p:cNvSpPr/>
          <p:nvPr/>
        </p:nvSpPr>
        <p:spPr>
          <a:xfrm>
            <a:off x="13697856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>
                  <a:alpha val="34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EEF5A97-AA93-AFFE-939D-FB8AF948E15A}"/>
              </a:ext>
            </a:extLst>
          </p:cNvPr>
          <p:cNvSpPr/>
          <p:nvPr/>
        </p:nvSpPr>
        <p:spPr>
          <a:xfrm>
            <a:off x="12192000" y="-476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>
                  <a:alpha val="34000"/>
                </a:schemeClr>
              </a:solidFill>
            </a:endParaRPr>
          </a:p>
        </p:txBody>
      </p:sp>
      <p:graphicFrame>
        <p:nvGraphicFramePr>
          <p:cNvPr id="50" name="Diagram 49">
            <a:extLst>
              <a:ext uri="{FF2B5EF4-FFF2-40B4-BE49-F238E27FC236}">
                <a16:creationId xmlns:a16="http://schemas.microsoft.com/office/drawing/2014/main" id="{C108D87D-623F-3C4F-6A42-58692494B9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821029"/>
              </p:ext>
            </p:extLst>
          </p:nvPr>
        </p:nvGraphicFramePr>
        <p:xfrm>
          <a:off x="20079304" y="2040640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09219B07-C21A-99B6-C3CE-4F6C7AEBD451}"/>
              </a:ext>
            </a:extLst>
          </p:cNvPr>
          <p:cNvSpPr txBox="1"/>
          <p:nvPr/>
        </p:nvSpPr>
        <p:spPr>
          <a:xfrm>
            <a:off x="19507804" y="839944"/>
            <a:ext cx="89262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Core User Workflow</a:t>
            </a:r>
          </a:p>
        </p:txBody>
      </p:sp>
    </p:spTree>
    <p:extLst>
      <p:ext uri="{BB962C8B-B14F-4D97-AF65-F5344CB8AC3E}">
        <p14:creationId xmlns:p14="http://schemas.microsoft.com/office/powerpoint/2010/main" val="2162201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AB0EEB6-3E44-ED1F-C5F3-1162121368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>
                  <a:alpha val="34000"/>
                </a:schemeClr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1AC8658-975A-EAFA-7BF3-114817E76F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6976101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B20E951-855F-E881-D4BE-5C235225A791}"/>
              </a:ext>
            </a:extLst>
          </p:cNvPr>
          <p:cNvSpPr txBox="1"/>
          <p:nvPr/>
        </p:nvSpPr>
        <p:spPr>
          <a:xfrm>
            <a:off x="870857" y="618672"/>
            <a:ext cx="89262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Core User Workflow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2B37E1-574C-3F5D-449D-22AC49C6D757}"/>
              </a:ext>
            </a:extLst>
          </p:cNvPr>
          <p:cNvSpPr/>
          <p:nvPr/>
        </p:nvSpPr>
        <p:spPr>
          <a:xfrm>
            <a:off x="12583886" y="0"/>
            <a:ext cx="121920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>
                  <a:alpha val="34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2BFBED-645B-EB7F-B8F7-71A04F3AA094}"/>
              </a:ext>
            </a:extLst>
          </p:cNvPr>
          <p:cNvSpPr/>
          <p:nvPr/>
        </p:nvSpPr>
        <p:spPr>
          <a:xfrm>
            <a:off x="15370629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>
                  <a:alpha val="34000"/>
                </a:schemeClr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EF81BFB-461C-4479-D903-7F5A2E057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85295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dirty="0"/>
              <a:t>Backend Processing Flow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17218E02-976E-59A0-1B28-7B7034AF64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0853803"/>
              </p:ext>
            </p:extLst>
          </p:nvPr>
        </p:nvGraphicFramePr>
        <p:xfrm>
          <a:off x="26885295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772379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21467-A2BD-F494-F529-C96D11FFC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7102431-7B55-FCCE-61D5-3B8923EFB5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>
                  <a:alpha val="34000"/>
                </a:schemeClr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F94A0B-932C-B921-3CB5-B75BE4152B22}"/>
              </a:ext>
            </a:extLst>
          </p:cNvPr>
          <p:cNvGraphicFramePr/>
          <p:nvPr/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2ADE4D7-4A3A-1E34-CD7E-CDE684848ACD}"/>
              </a:ext>
            </a:extLst>
          </p:cNvPr>
          <p:cNvSpPr txBox="1"/>
          <p:nvPr/>
        </p:nvSpPr>
        <p:spPr>
          <a:xfrm>
            <a:off x="870857" y="618672"/>
            <a:ext cx="89262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Core User Workflow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A01A21-6F1F-3541-20BC-397D0AB917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>
                  <a:alpha val="34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0DE3AD-8F9B-B821-24EB-53E3651B5922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>
                  <a:alpha val="34000"/>
                </a:schemeClr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1C22372-983E-3186-B70A-56AB691C0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857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dirty="0"/>
              <a:t>Backend Processing Flow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1BE4504F-493A-9042-1B74-BA092ADF60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5917970"/>
              </p:ext>
            </p:extLst>
          </p:nvPr>
        </p:nvGraphicFramePr>
        <p:xfrm>
          <a:off x="870857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960405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8F5D3-8702-A0C0-B5AA-C6B45F95F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en-US" dirty="0"/>
              <a:t>Features Delivered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8C354-92ED-A7F7-F50A-B280EAE1B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</p:spPr>
        <p:txBody>
          <a:bodyPr anchor="ctr">
            <a:normAutofit/>
          </a:bodyPr>
          <a:lstStyle/>
          <a:p>
            <a:r>
              <a:rPr lang="en-US" sz="2000" dirty="0"/>
              <a:t>Upload preview and job creation</a:t>
            </a:r>
          </a:p>
          <a:p>
            <a:r>
              <a:rPr lang="en-US" sz="2000" dirty="0"/>
              <a:t>Jobs list and result page</a:t>
            </a:r>
          </a:p>
          <a:p>
            <a:r>
              <a:rPr lang="en-US" sz="2000" dirty="0"/>
              <a:t>Admin dashboard with stats</a:t>
            </a:r>
          </a:p>
          <a:p>
            <a:r>
              <a:rPr lang="en-US" sz="2000" dirty="0"/>
              <a:t>Multi-user ownership controls</a:t>
            </a:r>
          </a:p>
          <a:p>
            <a:r>
              <a:rPr lang="en-US" sz="2000" dirty="0"/>
              <a:t>User management (create/list/delete)</a:t>
            </a:r>
          </a:p>
          <a:p>
            <a:r>
              <a:rPr lang="en-US" sz="2000" dirty="0"/>
              <a:t>Segmentation artifact endpoint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188AC9-9E4A-52E4-54B9-7A7109652CF5}"/>
              </a:ext>
            </a:extLst>
          </p:cNvPr>
          <p:cNvSpPr/>
          <p:nvPr/>
        </p:nvSpPr>
        <p:spPr>
          <a:xfrm>
            <a:off x="12420603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7516D3-047B-2279-C2A8-50817C621F40}"/>
              </a:ext>
            </a:extLst>
          </p:cNvPr>
          <p:cNvSpPr/>
          <p:nvPr/>
        </p:nvSpPr>
        <p:spPr>
          <a:xfrm>
            <a:off x="15135001" y="0"/>
            <a:ext cx="12192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9ACE33-10AA-6C58-6641-5529866B4C2E}"/>
              </a:ext>
            </a:extLst>
          </p:cNvPr>
          <p:cNvSpPr txBox="1"/>
          <p:nvPr/>
        </p:nvSpPr>
        <p:spPr>
          <a:xfrm>
            <a:off x="19725824" y="816638"/>
            <a:ext cx="8636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Security Model</a:t>
            </a:r>
          </a:p>
          <a:p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39DF84-F72D-F47A-F90C-7D6DCD01B4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9081894"/>
              </p:ext>
            </p:extLst>
          </p:nvPr>
        </p:nvGraphicFramePr>
        <p:xfrm>
          <a:off x="18516603" y="1357068"/>
          <a:ext cx="10746014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0689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7AE2B-62FF-0A1D-D4A6-AB3C7BD3F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10D0C-5D6F-CAE4-E219-66EEEF302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en-US" dirty="0"/>
              <a:t>Features Delivered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098BC-DA52-DBF7-8697-E20347642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</p:spPr>
        <p:txBody>
          <a:bodyPr anchor="ctr">
            <a:normAutofit/>
          </a:bodyPr>
          <a:lstStyle/>
          <a:p>
            <a:r>
              <a:rPr lang="en-US" sz="2000" dirty="0"/>
              <a:t>Upload preview and job creation</a:t>
            </a:r>
          </a:p>
          <a:p>
            <a:r>
              <a:rPr lang="en-US" sz="2000" dirty="0"/>
              <a:t>Jobs list and result page</a:t>
            </a:r>
          </a:p>
          <a:p>
            <a:r>
              <a:rPr lang="en-US" sz="2000" dirty="0"/>
              <a:t>Admin dashboard with stats</a:t>
            </a:r>
          </a:p>
          <a:p>
            <a:r>
              <a:rPr lang="en-US" sz="2000" dirty="0"/>
              <a:t>Multi-user ownership controls</a:t>
            </a:r>
          </a:p>
          <a:p>
            <a:r>
              <a:rPr lang="en-US" sz="2000" dirty="0"/>
              <a:t>User management (create/list/delete)</a:t>
            </a:r>
          </a:p>
          <a:p>
            <a:r>
              <a:rPr lang="en-US" sz="2000" dirty="0"/>
              <a:t>Segmentation artifact endpoint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6B186A-3A2D-2585-C186-A691B5ADCD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74FDCA-8F19-23AB-2366-5C618742F6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164244-A741-5FF4-1E6F-5CAB6793A1B1}"/>
              </a:ext>
            </a:extLst>
          </p:cNvPr>
          <p:cNvSpPr txBox="1"/>
          <p:nvPr/>
        </p:nvSpPr>
        <p:spPr>
          <a:xfrm>
            <a:off x="1778000" y="816638"/>
            <a:ext cx="8636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Security Model</a:t>
            </a:r>
          </a:p>
          <a:p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89E2F4-CB60-DD50-3FE3-1C42FE06A9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7905768"/>
              </p:ext>
            </p:extLst>
          </p:nvPr>
        </p:nvGraphicFramePr>
        <p:xfrm>
          <a:off x="722993" y="1536586"/>
          <a:ext cx="10746014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7158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3EA0FC0-8E94-2B04-E21A-6516356B9D2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BD639-D6FB-FF09-9EC9-D737BA21D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4"/>
            <a:ext cx="6341016" cy="469682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Lightweight CPU-friendly segmentation</a:t>
            </a:r>
          </a:p>
          <a:p>
            <a:r>
              <a:rPr lang="en-US" dirty="0">
                <a:solidFill>
                  <a:schemeClr val="tx1"/>
                </a:solidFill>
              </a:rPr>
              <a:t>SLIC + region scoring + fallback methods</a:t>
            </a:r>
          </a:p>
          <a:p>
            <a:r>
              <a:rPr lang="en-US" dirty="0">
                <a:solidFill>
                  <a:schemeClr val="tx1"/>
                </a:solidFill>
              </a:rPr>
              <a:t>Outputs: foreground, background, mask, original</a:t>
            </a:r>
          </a:p>
          <a:p>
            <a:r>
              <a:rPr lang="en-US" dirty="0">
                <a:solidFill>
                  <a:schemeClr val="tx1"/>
                </a:solidFill>
              </a:rPr>
              <a:t>API: GET /</a:t>
            </a:r>
            <a:r>
              <a:rPr lang="en-US" dirty="0" err="1">
                <a:solidFill>
                  <a:schemeClr val="tx1"/>
                </a:solidFill>
              </a:rPr>
              <a:t>api</a:t>
            </a:r>
            <a:r>
              <a:rPr lang="en-US" dirty="0">
                <a:solidFill>
                  <a:schemeClr val="tx1"/>
                </a:solidFill>
              </a:rPr>
              <a:t>/images/{</a:t>
            </a:r>
            <a:r>
              <a:rPr lang="en-US" dirty="0" err="1">
                <a:solidFill>
                  <a:schemeClr val="tx1"/>
                </a:solidFill>
              </a:rPr>
              <a:t>image_id</a:t>
            </a:r>
            <a:r>
              <a:rPr lang="en-US" dirty="0">
                <a:solidFill>
                  <a:schemeClr val="tx1"/>
                </a:solidFill>
              </a:rPr>
              <a:t>}/segments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4DB2AB-6C40-5FBF-D645-D0348C8E0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066" y="1109144"/>
            <a:ext cx="3300646" cy="378217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Segmentation Pipeline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219DF9-DADA-84D8-BD3F-3655546683E1}"/>
              </a:ext>
            </a:extLst>
          </p:cNvPr>
          <p:cNvSpPr/>
          <p:nvPr/>
        </p:nvSpPr>
        <p:spPr>
          <a:xfrm>
            <a:off x="12192000" y="0"/>
            <a:ext cx="12191999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AC1E04-C1D7-B74F-7981-5C64265DA07E}"/>
              </a:ext>
            </a:extLst>
          </p:cNvPr>
          <p:cNvSpPr/>
          <p:nvPr/>
        </p:nvSpPr>
        <p:spPr>
          <a:xfrm>
            <a:off x="15428682" y="0"/>
            <a:ext cx="12191999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1E02C7-6BB3-2157-FC8F-C222225DA4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4972205"/>
              </p:ext>
            </p:extLst>
          </p:nvPr>
        </p:nvGraphicFramePr>
        <p:xfrm>
          <a:off x="17542934" y="130158"/>
          <a:ext cx="11938000" cy="665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1719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7070B-69BB-F4C4-272B-E194E5434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2E126A-63F6-EF88-A5EF-D6B9C13FAE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D47F9-3B6F-5BE6-7EC8-8B939AB78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4"/>
            <a:ext cx="6341016" cy="469682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Lightweight CPU-friendly segmentation</a:t>
            </a:r>
          </a:p>
          <a:p>
            <a:r>
              <a:rPr lang="en-US" dirty="0">
                <a:solidFill>
                  <a:schemeClr val="tx1"/>
                </a:solidFill>
              </a:rPr>
              <a:t>SLIC + region scoring + fallback methods</a:t>
            </a:r>
          </a:p>
          <a:p>
            <a:r>
              <a:rPr lang="en-US" dirty="0">
                <a:solidFill>
                  <a:schemeClr val="tx1"/>
                </a:solidFill>
              </a:rPr>
              <a:t>Outputs: foreground, background, mask, original</a:t>
            </a:r>
          </a:p>
          <a:p>
            <a:r>
              <a:rPr lang="en-US" dirty="0">
                <a:solidFill>
                  <a:schemeClr val="tx1"/>
                </a:solidFill>
              </a:rPr>
              <a:t>API: GET /</a:t>
            </a:r>
            <a:r>
              <a:rPr lang="en-US" dirty="0" err="1">
                <a:solidFill>
                  <a:schemeClr val="tx1"/>
                </a:solidFill>
              </a:rPr>
              <a:t>api</a:t>
            </a:r>
            <a:r>
              <a:rPr lang="en-US" dirty="0">
                <a:solidFill>
                  <a:schemeClr val="tx1"/>
                </a:solidFill>
              </a:rPr>
              <a:t>/images/{</a:t>
            </a:r>
            <a:r>
              <a:rPr lang="en-US" dirty="0" err="1">
                <a:solidFill>
                  <a:schemeClr val="tx1"/>
                </a:solidFill>
              </a:rPr>
              <a:t>image_id</a:t>
            </a:r>
            <a:r>
              <a:rPr lang="en-US" dirty="0">
                <a:solidFill>
                  <a:schemeClr val="tx1"/>
                </a:solidFill>
              </a:rPr>
              <a:t>}/segments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2BF36F-1CF4-F4D2-8734-021840221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066" y="1109144"/>
            <a:ext cx="3300646" cy="378217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Segmentation Pipeline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174FBB-BC3C-1530-F1F9-6FA38F13666D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696B81-39D8-BA0E-0AC5-E281A8E9517A}"/>
              </a:ext>
            </a:extLst>
          </p:cNvPr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DD3AFC-F04E-A123-A061-A2E938A1CB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2196777"/>
              </p:ext>
            </p:extLst>
          </p:nvPr>
        </p:nvGraphicFramePr>
        <p:xfrm>
          <a:off x="140980" y="138121"/>
          <a:ext cx="11910035" cy="6581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39DA3359-BE09-C0FE-29F7-039DEDCB68B3}"/>
              </a:ext>
            </a:extLst>
          </p:cNvPr>
          <p:cNvSpPr/>
          <p:nvPr/>
        </p:nvSpPr>
        <p:spPr>
          <a:xfrm>
            <a:off x="12192000" y="28558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45E8C5-33AC-0F06-458D-0FF3A6A64B2D}"/>
              </a:ext>
            </a:extLst>
          </p:cNvPr>
          <p:cNvSpPr/>
          <p:nvPr/>
        </p:nvSpPr>
        <p:spPr>
          <a:xfrm>
            <a:off x="15131804" y="0"/>
            <a:ext cx="12192000" cy="68580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A99C29F5-7474-BE27-4651-71994C7AD9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1644" y="1427503"/>
            <a:ext cx="9685495" cy="50770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506837-887A-22A2-1244-761E369DDDAF}"/>
              </a:ext>
            </a:extLst>
          </p:cNvPr>
          <p:cNvSpPr txBox="1"/>
          <p:nvPr/>
        </p:nvSpPr>
        <p:spPr>
          <a:xfrm>
            <a:off x="22709476" y="442264"/>
            <a:ext cx="6429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Upload Demo - 1</a:t>
            </a:r>
          </a:p>
        </p:txBody>
      </p:sp>
    </p:spTree>
    <p:extLst>
      <p:ext uri="{BB962C8B-B14F-4D97-AF65-F5344CB8AC3E}">
        <p14:creationId xmlns:p14="http://schemas.microsoft.com/office/powerpoint/2010/main" val="843365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E21A4-B898-B126-BF4D-64B554C5A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5352B3-A67C-AD1E-4E2B-CD9E809D3F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62E85-FF8F-3992-CA7F-CFC0784B7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4"/>
            <a:ext cx="6341016" cy="469682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Lightweight CPU-friendly segmentation</a:t>
            </a:r>
          </a:p>
          <a:p>
            <a:r>
              <a:rPr lang="en-US" dirty="0">
                <a:solidFill>
                  <a:schemeClr val="tx1"/>
                </a:solidFill>
              </a:rPr>
              <a:t>SLIC + region scoring + fallback methods</a:t>
            </a:r>
          </a:p>
          <a:p>
            <a:r>
              <a:rPr lang="en-US" dirty="0">
                <a:solidFill>
                  <a:schemeClr val="tx1"/>
                </a:solidFill>
              </a:rPr>
              <a:t>Outputs: foreground, background, mask, original</a:t>
            </a:r>
          </a:p>
          <a:p>
            <a:r>
              <a:rPr lang="en-US" dirty="0">
                <a:solidFill>
                  <a:schemeClr val="tx1"/>
                </a:solidFill>
              </a:rPr>
              <a:t>API: GET /</a:t>
            </a:r>
            <a:r>
              <a:rPr lang="en-US" dirty="0" err="1">
                <a:solidFill>
                  <a:schemeClr val="tx1"/>
                </a:solidFill>
              </a:rPr>
              <a:t>api</a:t>
            </a:r>
            <a:r>
              <a:rPr lang="en-US" dirty="0">
                <a:solidFill>
                  <a:schemeClr val="tx1"/>
                </a:solidFill>
              </a:rPr>
              <a:t>/images/{</a:t>
            </a:r>
            <a:r>
              <a:rPr lang="en-US" dirty="0" err="1">
                <a:solidFill>
                  <a:schemeClr val="tx1"/>
                </a:solidFill>
              </a:rPr>
              <a:t>image_id</a:t>
            </a:r>
            <a:r>
              <a:rPr lang="en-US" dirty="0">
                <a:solidFill>
                  <a:schemeClr val="tx1"/>
                </a:solidFill>
              </a:rPr>
              <a:t>}/segments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B1B421-941E-C2ED-773E-B7150835A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066" y="1109144"/>
            <a:ext cx="3300646" cy="378217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Segmentation Pipeline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58100F-35BE-6F71-798A-D05AD7017D71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7BFC74-4DEE-D200-4C92-C43A225FFF18}"/>
              </a:ext>
            </a:extLst>
          </p:cNvPr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3A24EB-70AB-8CE8-08E7-6082F69CF1C1}"/>
              </a:ext>
            </a:extLst>
          </p:cNvPr>
          <p:cNvGraphicFramePr>
            <a:graphicFrameLocks/>
          </p:cNvGraphicFramePr>
          <p:nvPr/>
        </p:nvGraphicFramePr>
        <p:xfrm>
          <a:off x="140980" y="138121"/>
          <a:ext cx="11910035" cy="6581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BA104D1A-7BB2-F3B5-42FC-D2B21963C75C}"/>
              </a:ext>
            </a:extLst>
          </p:cNvPr>
          <p:cNvSpPr/>
          <p:nvPr/>
        </p:nvSpPr>
        <p:spPr>
          <a:xfrm>
            <a:off x="-35116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D94957-FED2-C43F-F418-C814BC54F3B3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7A6B73B5-03AD-A6AB-C81B-57AF082F17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136" y="1330631"/>
            <a:ext cx="9601200" cy="50328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7F1A0-952A-4AFB-B83D-9DD3811A7369}"/>
              </a:ext>
            </a:extLst>
          </p:cNvPr>
          <p:cNvSpPr txBox="1"/>
          <p:nvPr/>
        </p:nvSpPr>
        <p:spPr>
          <a:xfrm>
            <a:off x="2607190" y="372127"/>
            <a:ext cx="6429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Upload Demo - 1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B1FA60-15FC-0647-00D5-A0009F1788B3}"/>
              </a:ext>
            </a:extLst>
          </p:cNvPr>
          <p:cNvSpPr/>
          <p:nvPr/>
        </p:nvSpPr>
        <p:spPr>
          <a:xfrm>
            <a:off x="12192000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D560B9-04C0-47C1-E282-111E7719A83A}"/>
              </a:ext>
            </a:extLst>
          </p:cNvPr>
          <p:cNvSpPr/>
          <p:nvPr/>
        </p:nvSpPr>
        <p:spPr>
          <a:xfrm>
            <a:off x="17025256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4FCB56E-9624-666A-C670-D1A10754DF98}"/>
              </a:ext>
            </a:extLst>
          </p:cNvPr>
          <p:cNvSpPr txBox="1">
            <a:spLocks/>
          </p:cNvSpPr>
          <p:nvPr/>
        </p:nvSpPr>
        <p:spPr>
          <a:xfrm>
            <a:off x="2272726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</a:rPr>
              <a:t>Upload Demo -2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72E64CA2-7F01-87CF-06D2-B937D770B4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8625" y="1442017"/>
            <a:ext cx="96012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492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CE03C-77B9-8434-9ED4-0FB7B4B10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148CFB-3C41-C12C-D7FB-2ABAC6712B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7670E-9A9A-CB79-57B3-2212D7032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4"/>
            <a:ext cx="6341016" cy="469682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Lightweight CPU-friendly segmentation</a:t>
            </a:r>
          </a:p>
          <a:p>
            <a:r>
              <a:rPr lang="en-US" dirty="0">
                <a:solidFill>
                  <a:schemeClr val="tx1"/>
                </a:solidFill>
              </a:rPr>
              <a:t>SLIC + region scoring + fallback methods</a:t>
            </a:r>
          </a:p>
          <a:p>
            <a:r>
              <a:rPr lang="en-US" dirty="0">
                <a:solidFill>
                  <a:schemeClr val="tx1"/>
                </a:solidFill>
              </a:rPr>
              <a:t>Outputs: foreground, background, mask, original</a:t>
            </a:r>
          </a:p>
          <a:p>
            <a:r>
              <a:rPr lang="en-US" dirty="0">
                <a:solidFill>
                  <a:schemeClr val="tx1"/>
                </a:solidFill>
              </a:rPr>
              <a:t>API: GET /</a:t>
            </a:r>
            <a:r>
              <a:rPr lang="en-US" dirty="0" err="1">
                <a:solidFill>
                  <a:schemeClr val="tx1"/>
                </a:solidFill>
              </a:rPr>
              <a:t>api</a:t>
            </a:r>
            <a:r>
              <a:rPr lang="en-US" dirty="0">
                <a:solidFill>
                  <a:schemeClr val="tx1"/>
                </a:solidFill>
              </a:rPr>
              <a:t>/images/{</a:t>
            </a:r>
            <a:r>
              <a:rPr lang="en-US" dirty="0" err="1">
                <a:solidFill>
                  <a:schemeClr val="tx1"/>
                </a:solidFill>
              </a:rPr>
              <a:t>image_id</a:t>
            </a:r>
            <a:r>
              <a:rPr lang="en-US" dirty="0">
                <a:solidFill>
                  <a:schemeClr val="tx1"/>
                </a:solidFill>
              </a:rPr>
              <a:t>}/segments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BDE886-1BE7-17B4-CAD5-7356E615F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066" y="1109144"/>
            <a:ext cx="3300646" cy="378217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Segmentation Pipeline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C4B6A8-EAE5-643C-D314-74291B1D8EEF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988962-A953-45FF-C358-83683EB48C17}"/>
              </a:ext>
            </a:extLst>
          </p:cNvPr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BF273C-23D9-0CD7-B054-DEAF2D106914}"/>
              </a:ext>
            </a:extLst>
          </p:cNvPr>
          <p:cNvGraphicFramePr>
            <a:graphicFrameLocks/>
          </p:cNvGraphicFramePr>
          <p:nvPr/>
        </p:nvGraphicFramePr>
        <p:xfrm>
          <a:off x="140980" y="138121"/>
          <a:ext cx="11910035" cy="6581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89F72FB9-AB18-2B9B-34DD-77DC5BC933AD}"/>
              </a:ext>
            </a:extLst>
          </p:cNvPr>
          <p:cNvSpPr/>
          <p:nvPr/>
        </p:nvSpPr>
        <p:spPr>
          <a:xfrm>
            <a:off x="-35116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025101-1BB2-19A7-B5B0-6303576509FF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4138B13B-D348-9577-CED6-95B786F2F4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136" y="1330631"/>
            <a:ext cx="9601200" cy="50328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2CD938-15FE-E2BF-D87C-63F7207477E8}"/>
              </a:ext>
            </a:extLst>
          </p:cNvPr>
          <p:cNvSpPr txBox="1"/>
          <p:nvPr/>
        </p:nvSpPr>
        <p:spPr>
          <a:xfrm>
            <a:off x="2607190" y="372127"/>
            <a:ext cx="6429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Upload Demo - 1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6E69C-8F43-67BF-4DFE-5104B4A9FB6C}"/>
              </a:ext>
            </a:extLst>
          </p:cNvPr>
          <p:cNvSpPr/>
          <p:nvPr/>
        </p:nvSpPr>
        <p:spPr>
          <a:xfrm>
            <a:off x="-4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3BB1AF-8EF7-2057-3C28-849EB48234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9FFE5FD-8C54-CAD7-55B1-F70D336591F7}"/>
              </a:ext>
            </a:extLst>
          </p:cNvPr>
          <p:cNvSpPr txBox="1">
            <a:spLocks/>
          </p:cNvSpPr>
          <p:nvPr/>
        </p:nvSpPr>
        <p:spPr>
          <a:xfrm>
            <a:off x="1797666" y="310623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Upload Demo -2</a:t>
            </a:r>
          </a:p>
        </p:txBody>
      </p:sp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8922489B-E1E2-619F-0459-951124666C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664" y="1233726"/>
            <a:ext cx="9601200" cy="50292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992D934-DFDC-A12E-FF37-FEEE21AB394B}"/>
              </a:ext>
            </a:extLst>
          </p:cNvPr>
          <p:cNvSpPr/>
          <p:nvPr/>
        </p:nvSpPr>
        <p:spPr>
          <a:xfrm>
            <a:off x="14580118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62B618-4636-897D-597A-2A50445B4F7E}"/>
              </a:ext>
            </a:extLst>
          </p:cNvPr>
          <p:cNvSpPr/>
          <p:nvPr/>
        </p:nvSpPr>
        <p:spPr>
          <a:xfrm>
            <a:off x="12191995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Content Placeholder 4">
            <a:extLst>
              <a:ext uri="{FF2B5EF4-FFF2-40B4-BE49-F238E27FC236}">
                <a16:creationId xmlns:a16="http://schemas.microsoft.com/office/drawing/2014/main" id="{6DA15C91-5900-3225-1D52-DB33CDA9DC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6507" y="1376245"/>
            <a:ext cx="9601200" cy="5430768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3975A69B-0572-3F28-2D8E-60C963729437}"/>
              </a:ext>
            </a:extLst>
          </p:cNvPr>
          <p:cNvSpPr txBox="1">
            <a:spLocks/>
          </p:cNvSpPr>
          <p:nvPr/>
        </p:nvSpPr>
        <p:spPr>
          <a:xfrm>
            <a:off x="18236508" y="372127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Upload Demo - 3</a:t>
            </a:r>
          </a:p>
        </p:txBody>
      </p:sp>
    </p:spTree>
    <p:extLst>
      <p:ext uri="{BB962C8B-B14F-4D97-AF65-F5344CB8AC3E}">
        <p14:creationId xmlns:p14="http://schemas.microsoft.com/office/powerpoint/2010/main" val="728827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90BCE-EC12-2DD6-75F6-9B59E7838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E79DD0-A192-44D8-C6D6-D21856383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8D5FE-5CC5-F5A3-BF16-DF20A4BD5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4"/>
            <a:ext cx="6341016" cy="469682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Lightweight CPU-friendly segmentation</a:t>
            </a:r>
          </a:p>
          <a:p>
            <a:r>
              <a:rPr lang="en-US" dirty="0">
                <a:solidFill>
                  <a:schemeClr val="tx1"/>
                </a:solidFill>
              </a:rPr>
              <a:t>SLIC + region scoring + fallback methods</a:t>
            </a:r>
          </a:p>
          <a:p>
            <a:r>
              <a:rPr lang="en-US" dirty="0">
                <a:solidFill>
                  <a:schemeClr val="tx1"/>
                </a:solidFill>
              </a:rPr>
              <a:t>Outputs: foreground, background, mask, original</a:t>
            </a:r>
          </a:p>
          <a:p>
            <a:r>
              <a:rPr lang="en-US" dirty="0">
                <a:solidFill>
                  <a:schemeClr val="tx1"/>
                </a:solidFill>
              </a:rPr>
              <a:t>API: GET /</a:t>
            </a:r>
            <a:r>
              <a:rPr lang="en-US" dirty="0" err="1">
                <a:solidFill>
                  <a:schemeClr val="tx1"/>
                </a:solidFill>
              </a:rPr>
              <a:t>api</a:t>
            </a:r>
            <a:r>
              <a:rPr lang="en-US" dirty="0">
                <a:solidFill>
                  <a:schemeClr val="tx1"/>
                </a:solidFill>
              </a:rPr>
              <a:t>/images/{</a:t>
            </a:r>
            <a:r>
              <a:rPr lang="en-US" dirty="0" err="1">
                <a:solidFill>
                  <a:schemeClr val="tx1"/>
                </a:solidFill>
              </a:rPr>
              <a:t>image_id</a:t>
            </a:r>
            <a:r>
              <a:rPr lang="en-US" dirty="0">
                <a:solidFill>
                  <a:schemeClr val="tx1"/>
                </a:solidFill>
              </a:rPr>
              <a:t>}/segments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C9451F-6756-6580-D829-6B7F4709D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066" y="1109144"/>
            <a:ext cx="3300646" cy="378217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Segmentation Pipeline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15DBF3-21B8-A789-3F3F-1CAEEFF6699A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21BE04-B3AD-D9C0-B0B1-B00DE187C095}"/>
              </a:ext>
            </a:extLst>
          </p:cNvPr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03B7F4-570E-5726-9D55-302EAFA6202A}"/>
              </a:ext>
            </a:extLst>
          </p:cNvPr>
          <p:cNvGraphicFramePr>
            <a:graphicFrameLocks/>
          </p:cNvGraphicFramePr>
          <p:nvPr/>
        </p:nvGraphicFramePr>
        <p:xfrm>
          <a:off x="140980" y="138121"/>
          <a:ext cx="11910035" cy="6581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C86FCC54-3977-5B3F-C1E8-5680750F5F3C}"/>
              </a:ext>
            </a:extLst>
          </p:cNvPr>
          <p:cNvSpPr/>
          <p:nvPr/>
        </p:nvSpPr>
        <p:spPr>
          <a:xfrm>
            <a:off x="-35116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43E5D1-020F-7087-73F2-54C8D6F16EA2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7FAF479D-1AE7-0933-8DA2-0EF16BCFBB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136" y="1330631"/>
            <a:ext cx="9601200" cy="50328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823F207-0E4F-7A67-88B7-7957A462E93E}"/>
              </a:ext>
            </a:extLst>
          </p:cNvPr>
          <p:cNvSpPr txBox="1"/>
          <p:nvPr/>
        </p:nvSpPr>
        <p:spPr>
          <a:xfrm>
            <a:off x="2607190" y="372127"/>
            <a:ext cx="6429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Upload Demo - 1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5D83F5-49AB-19B2-D759-76F226C21529}"/>
              </a:ext>
            </a:extLst>
          </p:cNvPr>
          <p:cNvSpPr/>
          <p:nvPr/>
        </p:nvSpPr>
        <p:spPr>
          <a:xfrm>
            <a:off x="-4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3D1A67-889F-FD9A-61A7-BCE7F1397E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E9FC931-F0FF-4333-2747-B50CF93EC007}"/>
              </a:ext>
            </a:extLst>
          </p:cNvPr>
          <p:cNvSpPr txBox="1">
            <a:spLocks/>
          </p:cNvSpPr>
          <p:nvPr/>
        </p:nvSpPr>
        <p:spPr>
          <a:xfrm>
            <a:off x="1797666" y="310623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Upload Demo -2</a:t>
            </a:r>
          </a:p>
        </p:txBody>
      </p:sp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7D07785E-7B66-C37A-5D5F-09B6471BD6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664" y="1233726"/>
            <a:ext cx="9601200" cy="50292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15499AE-6407-9CF2-D0D2-85FF4703D21F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71FF1F-91C9-65DC-BA47-2CF7ECF1058F}"/>
              </a:ext>
            </a:extLst>
          </p:cNvPr>
          <p:cNvSpPr/>
          <p:nvPr/>
        </p:nvSpPr>
        <p:spPr>
          <a:xfrm>
            <a:off x="-35118" y="0"/>
            <a:ext cx="12227117" cy="688655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Content Placeholder 4">
            <a:extLst>
              <a:ext uri="{FF2B5EF4-FFF2-40B4-BE49-F238E27FC236}">
                <a16:creationId xmlns:a16="http://schemas.microsoft.com/office/drawing/2014/main" id="{DC9082C1-7507-1876-3FAA-CE00819777A0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106" y="1248005"/>
            <a:ext cx="9601200" cy="502920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886080B7-D380-F534-05D1-5E29E97F0D16}"/>
              </a:ext>
            </a:extLst>
          </p:cNvPr>
          <p:cNvSpPr txBox="1">
            <a:spLocks/>
          </p:cNvSpPr>
          <p:nvPr/>
        </p:nvSpPr>
        <p:spPr>
          <a:xfrm>
            <a:off x="1797666" y="448744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Upload Demo - 3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F00262-2321-0355-6649-24CF3BD9E450}"/>
              </a:ext>
            </a:extLst>
          </p:cNvPr>
          <p:cNvSpPr/>
          <p:nvPr/>
        </p:nvSpPr>
        <p:spPr>
          <a:xfrm>
            <a:off x="12199032" y="-43284"/>
            <a:ext cx="12227117" cy="688655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368CD2-5EE3-CAF8-F173-F17AB579CADA}"/>
              </a:ext>
            </a:extLst>
          </p:cNvPr>
          <p:cNvSpPr/>
          <p:nvPr/>
        </p:nvSpPr>
        <p:spPr>
          <a:xfrm>
            <a:off x="15657269" y="-14726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F27F3EFB-BC81-5B75-76F9-62821FC2A948}"/>
              </a:ext>
            </a:extLst>
          </p:cNvPr>
          <p:cNvSpPr txBox="1">
            <a:spLocks/>
          </p:cNvSpPr>
          <p:nvPr/>
        </p:nvSpPr>
        <p:spPr>
          <a:xfrm>
            <a:off x="23188078" y="448744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Upload Demo - 4</a:t>
            </a:r>
          </a:p>
        </p:txBody>
      </p:sp>
      <p:pic>
        <p:nvPicPr>
          <p:cNvPr id="22" name="Content Placeholder 4">
            <a:extLst>
              <a:ext uri="{FF2B5EF4-FFF2-40B4-BE49-F238E27FC236}">
                <a16:creationId xmlns:a16="http://schemas.microsoft.com/office/drawing/2014/main" id="{37D6100C-2CF7-526E-4D3A-E1C6117D1E24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7502" y="1308714"/>
            <a:ext cx="96012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509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3D482-D818-F959-9EC2-C07C1FDBE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E49395-26BF-5739-A977-182CE7266A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C10DE-6CAC-F3EF-AC9C-D922C9FEC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4"/>
            <a:ext cx="6341016" cy="469682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Lightweight CPU-friendly segmentation</a:t>
            </a:r>
          </a:p>
          <a:p>
            <a:r>
              <a:rPr lang="en-US" dirty="0">
                <a:solidFill>
                  <a:schemeClr val="tx1"/>
                </a:solidFill>
              </a:rPr>
              <a:t>SLIC + region scoring + fallback methods</a:t>
            </a:r>
          </a:p>
          <a:p>
            <a:r>
              <a:rPr lang="en-US" dirty="0">
                <a:solidFill>
                  <a:schemeClr val="tx1"/>
                </a:solidFill>
              </a:rPr>
              <a:t>Outputs: foreground, background, mask, original</a:t>
            </a:r>
          </a:p>
          <a:p>
            <a:r>
              <a:rPr lang="en-US" dirty="0">
                <a:solidFill>
                  <a:schemeClr val="tx1"/>
                </a:solidFill>
              </a:rPr>
              <a:t>API: GET /</a:t>
            </a:r>
            <a:r>
              <a:rPr lang="en-US" dirty="0" err="1">
                <a:solidFill>
                  <a:schemeClr val="tx1"/>
                </a:solidFill>
              </a:rPr>
              <a:t>api</a:t>
            </a:r>
            <a:r>
              <a:rPr lang="en-US" dirty="0">
                <a:solidFill>
                  <a:schemeClr val="tx1"/>
                </a:solidFill>
              </a:rPr>
              <a:t>/images/{</a:t>
            </a:r>
            <a:r>
              <a:rPr lang="en-US" dirty="0" err="1">
                <a:solidFill>
                  <a:schemeClr val="tx1"/>
                </a:solidFill>
              </a:rPr>
              <a:t>image_id</a:t>
            </a:r>
            <a:r>
              <a:rPr lang="en-US" dirty="0">
                <a:solidFill>
                  <a:schemeClr val="tx1"/>
                </a:solidFill>
              </a:rPr>
              <a:t>}/segments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63C775-7DD2-6665-5839-EC0C82B3D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066" y="1109144"/>
            <a:ext cx="3300646" cy="378217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Segmentation Pipeline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F75F3F-F116-F3A8-EF6A-94FD57F3EDEB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0C5A84-C867-6134-8D43-B9203D87E679}"/>
              </a:ext>
            </a:extLst>
          </p:cNvPr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2E3F65-9BF6-979D-6F8E-EEDE7A533080}"/>
              </a:ext>
            </a:extLst>
          </p:cNvPr>
          <p:cNvGraphicFramePr>
            <a:graphicFrameLocks/>
          </p:cNvGraphicFramePr>
          <p:nvPr/>
        </p:nvGraphicFramePr>
        <p:xfrm>
          <a:off x="140980" y="138121"/>
          <a:ext cx="11910035" cy="6581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9D9CA7B1-E45C-000C-C652-0B6529D0B3C7}"/>
              </a:ext>
            </a:extLst>
          </p:cNvPr>
          <p:cNvSpPr/>
          <p:nvPr/>
        </p:nvSpPr>
        <p:spPr>
          <a:xfrm>
            <a:off x="-35116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1EBBB8-4959-DC06-2DEF-DE6EE381B83C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1549E778-0826-2CCE-55C8-1201113006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136" y="1330631"/>
            <a:ext cx="9601200" cy="50328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66B92B7-BBEE-9363-8FEB-84A66C222B71}"/>
              </a:ext>
            </a:extLst>
          </p:cNvPr>
          <p:cNvSpPr txBox="1"/>
          <p:nvPr/>
        </p:nvSpPr>
        <p:spPr>
          <a:xfrm>
            <a:off x="2607190" y="372127"/>
            <a:ext cx="6429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Upload Demo - 1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99D317-3E08-652C-9045-5C078EBBEA5A}"/>
              </a:ext>
            </a:extLst>
          </p:cNvPr>
          <p:cNvSpPr/>
          <p:nvPr/>
        </p:nvSpPr>
        <p:spPr>
          <a:xfrm>
            <a:off x="-4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039310-0E67-3CDB-B529-AC8645C95B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C63A123-17F1-90D0-D744-7E4A6D5EFB1B}"/>
              </a:ext>
            </a:extLst>
          </p:cNvPr>
          <p:cNvSpPr txBox="1">
            <a:spLocks/>
          </p:cNvSpPr>
          <p:nvPr/>
        </p:nvSpPr>
        <p:spPr>
          <a:xfrm>
            <a:off x="1797666" y="310623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Upload Demo -2</a:t>
            </a:r>
          </a:p>
        </p:txBody>
      </p:sp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CB29D21F-A13A-5B10-2A03-E05D5BB9397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664" y="1233726"/>
            <a:ext cx="9601200" cy="50292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F572B66-5DD4-E02C-A0FC-ADA3905F3FCA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9A0EE7-AB76-DB42-B671-34158A94FFC5}"/>
              </a:ext>
            </a:extLst>
          </p:cNvPr>
          <p:cNvSpPr/>
          <p:nvPr/>
        </p:nvSpPr>
        <p:spPr>
          <a:xfrm>
            <a:off x="-35118" y="0"/>
            <a:ext cx="12227117" cy="688655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Content Placeholder 4">
            <a:extLst>
              <a:ext uri="{FF2B5EF4-FFF2-40B4-BE49-F238E27FC236}">
                <a16:creationId xmlns:a16="http://schemas.microsoft.com/office/drawing/2014/main" id="{EB0AEF28-7177-BC62-AF11-5A05A5E1288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284" y="1233726"/>
            <a:ext cx="9601200" cy="5430768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1A43383C-A94C-E07E-748E-6A9722EC9402}"/>
              </a:ext>
            </a:extLst>
          </p:cNvPr>
          <p:cNvSpPr txBox="1">
            <a:spLocks/>
          </p:cNvSpPr>
          <p:nvPr/>
        </p:nvSpPr>
        <p:spPr>
          <a:xfrm>
            <a:off x="1797666" y="448744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Upload Demo - 3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D47097-8DA2-7726-D68D-C0618D5ADFA3}"/>
              </a:ext>
            </a:extLst>
          </p:cNvPr>
          <p:cNvSpPr/>
          <p:nvPr/>
        </p:nvSpPr>
        <p:spPr>
          <a:xfrm>
            <a:off x="-35122" y="-14279"/>
            <a:ext cx="12227117" cy="688655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ECA350-3409-71CC-C563-9EB026919ABE}"/>
              </a:ext>
            </a:extLst>
          </p:cNvPr>
          <p:cNvSpPr/>
          <p:nvPr/>
        </p:nvSpPr>
        <p:spPr>
          <a:xfrm>
            <a:off x="-17564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2E8A3F2-F5A7-9A6F-A90E-D748206FD374}"/>
              </a:ext>
            </a:extLst>
          </p:cNvPr>
          <p:cNvSpPr txBox="1">
            <a:spLocks/>
          </p:cNvSpPr>
          <p:nvPr/>
        </p:nvSpPr>
        <p:spPr>
          <a:xfrm>
            <a:off x="1761129" y="231758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Upload Demo - 4</a:t>
            </a:r>
          </a:p>
        </p:txBody>
      </p:sp>
      <p:pic>
        <p:nvPicPr>
          <p:cNvPr id="22" name="Content Placeholder 4">
            <a:extLst>
              <a:ext uri="{FF2B5EF4-FFF2-40B4-BE49-F238E27FC236}">
                <a16:creationId xmlns:a16="http://schemas.microsoft.com/office/drawing/2014/main" id="{E67A0698-5D16-DA87-28AF-3D9598D9E78D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395" y="1156579"/>
            <a:ext cx="9601200" cy="50292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0613DF0D-8490-0FC0-5743-B5E3545341E5}"/>
              </a:ext>
            </a:extLst>
          </p:cNvPr>
          <p:cNvSpPr/>
          <p:nvPr/>
        </p:nvSpPr>
        <p:spPr>
          <a:xfrm>
            <a:off x="12145843" y="-459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9BD94B-8D6F-E249-C0E6-18FA386818A0}"/>
              </a:ext>
            </a:extLst>
          </p:cNvPr>
          <p:cNvSpPr/>
          <p:nvPr/>
        </p:nvSpPr>
        <p:spPr>
          <a:xfrm>
            <a:off x="14151428" y="0"/>
            <a:ext cx="12192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Content Placeholder 4">
            <a:extLst>
              <a:ext uri="{FF2B5EF4-FFF2-40B4-BE49-F238E27FC236}">
                <a16:creationId xmlns:a16="http://schemas.microsoft.com/office/drawing/2014/main" id="{87413748-5B10-9F0D-2295-7A63884691F4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7378" y="1109144"/>
            <a:ext cx="9601200" cy="50292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5B46F57-E9D9-92EC-9B04-6E7CA1C7E0FF}"/>
              </a:ext>
            </a:extLst>
          </p:cNvPr>
          <p:cNvSpPr txBox="1"/>
          <p:nvPr/>
        </p:nvSpPr>
        <p:spPr>
          <a:xfrm>
            <a:off x="18155464" y="284671"/>
            <a:ext cx="6125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Upload Demo - 5</a:t>
            </a:r>
          </a:p>
        </p:txBody>
      </p:sp>
    </p:spTree>
    <p:extLst>
      <p:ext uri="{BB962C8B-B14F-4D97-AF65-F5344CB8AC3E}">
        <p14:creationId xmlns:p14="http://schemas.microsoft.com/office/powerpoint/2010/main" val="2332077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7F5F7-F9E2-9F26-2EFE-BCEF8D7F8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83D482-ADA0-37FC-A46E-759C689FAE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A966F-1361-D451-81B3-AD65D5309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4"/>
            <a:ext cx="6341016" cy="469682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Lightweight CPU-friendly segmentation</a:t>
            </a:r>
          </a:p>
          <a:p>
            <a:r>
              <a:rPr lang="en-US" dirty="0">
                <a:solidFill>
                  <a:schemeClr val="tx1"/>
                </a:solidFill>
              </a:rPr>
              <a:t>SLIC + region scoring + fallback methods</a:t>
            </a:r>
          </a:p>
          <a:p>
            <a:r>
              <a:rPr lang="en-US" dirty="0">
                <a:solidFill>
                  <a:schemeClr val="tx1"/>
                </a:solidFill>
              </a:rPr>
              <a:t>Outputs: foreground, background, mask, original</a:t>
            </a:r>
          </a:p>
          <a:p>
            <a:r>
              <a:rPr lang="en-US" dirty="0">
                <a:solidFill>
                  <a:schemeClr val="tx1"/>
                </a:solidFill>
              </a:rPr>
              <a:t>API: GET /</a:t>
            </a:r>
            <a:r>
              <a:rPr lang="en-US" dirty="0" err="1">
                <a:solidFill>
                  <a:schemeClr val="tx1"/>
                </a:solidFill>
              </a:rPr>
              <a:t>api</a:t>
            </a:r>
            <a:r>
              <a:rPr lang="en-US" dirty="0">
                <a:solidFill>
                  <a:schemeClr val="tx1"/>
                </a:solidFill>
              </a:rPr>
              <a:t>/images/{</a:t>
            </a:r>
            <a:r>
              <a:rPr lang="en-US" dirty="0" err="1">
                <a:solidFill>
                  <a:schemeClr val="tx1"/>
                </a:solidFill>
              </a:rPr>
              <a:t>image_id</a:t>
            </a:r>
            <a:r>
              <a:rPr lang="en-US" dirty="0">
                <a:solidFill>
                  <a:schemeClr val="tx1"/>
                </a:solidFill>
              </a:rPr>
              <a:t>}/segments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A1A9B8-2D6C-D4E1-286E-4EC3A981A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066" y="1109144"/>
            <a:ext cx="3300646" cy="378217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Segmentation Pipeline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18AF01-CFC9-9C8A-2424-44EC106C7B69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96AD76-7217-09C0-15F3-48EBC95D22B0}"/>
              </a:ext>
            </a:extLst>
          </p:cNvPr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924210-583E-D2E7-3311-9BFD13BC52EF}"/>
              </a:ext>
            </a:extLst>
          </p:cNvPr>
          <p:cNvGraphicFramePr>
            <a:graphicFrameLocks/>
          </p:cNvGraphicFramePr>
          <p:nvPr/>
        </p:nvGraphicFramePr>
        <p:xfrm>
          <a:off x="140980" y="138121"/>
          <a:ext cx="11910035" cy="6581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4F7AAAF3-ED3F-BD1A-309E-2478E6FF68A9}"/>
              </a:ext>
            </a:extLst>
          </p:cNvPr>
          <p:cNvSpPr/>
          <p:nvPr/>
        </p:nvSpPr>
        <p:spPr>
          <a:xfrm>
            <a:off x="-35116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E2E805-7FF2-C56C-16E6-E0BE0F74A8D5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C767F3C8-88B9-828D-13AF-38B7223E17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136" y="1330631"/>
            <a:ext cx="9601200" cy="50328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737E09-391D-33FA-936D-E60A20D22F7A}"/>
              </a:ext>
            </a:extLst>
          </p:cNvPr>
          <p:cNvSpPr txBox="1"/>
          <p:nvPr/>
        </p:nvSpPr>
        <p:spPr>
          <a:xfrm>
            <a:off x="2607190" y="372127"/>
            <a:ext cx="6429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Upload Demo - 1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0DEB45-D23F-5A8A-05D1-74A73E967490}"/>
              </a:ext>
            </a:extLst>
          </p:cNvPr>
          <p:cNvSpPr/>
          <p:nvPr/>
        </p:nvSpPr>
        <p:spPr>
          <a:xfrm>
            <a:off x="-4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DED621-5330-892C-5219-33D1F1C6CF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DA5061A-6FBA-BC6D-7D5B-1E40A24391DC}"/>
              </a:ext>
            </a:extLst>
          </p:cNvPr>
          <p:cNvSpPr txBox="1">
            <a:spLocks/>
          </p:cNvSpPr>
          <p:nvPr/>
        </p:nvSpPr>
        <p:spPr>
          <a:xfrm>
            <a:off x="1797666" y="310623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Upload Demo -2</a:t>
            </a:r>
          </a:p>
        </p:txBody>
      </p:sp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52FFE1AA-A270-18C3-6673-82733D25DF0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664" y="1233726"/>
            <a:ext cx="9601200" cy="50292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5573EE4-86D9-F797-AE51-2D72F39FD8B2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DEB74B-BAA9-60BB-D40B-3045FEB7F704}"/>
              </a:ext>
            </a:extLst>
          </p:cNvPr>
          <p:cNvSpPr/>
          <p:nvPr/>
        </p:nvSpPr>
        <p:spPr>
          <a:xfrm>
            <a:off x="-35118" y="0"/>
            <a:ext cx="12227117" cy="688655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Content Placeholder 4">
            <a:extLst>
              <a:ext uri="{FF2B5EF4-FFF2-40B4-BE49-F238E27FC236}">
                <a16:creationId xmlns:a16="http://schemas.microsoft.com/office/drawing/2014/main" id="{897E9E21-D15D-A94F-CACE-12FF81E39F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284" y="1233726"/>
            <a:ext cx="9601200" cy="5430768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6F19CA94-4A95-5A55-5D62-3FF3D81BE67A}"/>
              </a:ext>
            </a:extLst>
          </p:cNvPr>
          <p:cNvSpPr txBox="1">
            <a:spLocks/>
          </p:cNvSpPr>
          <p:nvPr/>
        </p:nvSpPr>
        <p:spPr>
          <a:xfrm>
            <a:off x="1797666" y="448744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Upload Demo - 3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A80F51-F1C3-EA6A-7FBD-97468C82563C}"/>
              </a:ext>
            </a:extLst>
          </p:cNvPr>
          <p:cNvSpPr/>
          <p:nvPr/>
        </p:nvSpPr>
        <p:spPr>
          <a:xfrm>
            <a:off x="-35122" y="-14279"/>
            <a:ext cx="12227117" cy="688655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0FA0A2-E786-F64A-2937-053D13D7C0BE}"/>
              </a:ext>
            </a:extLst>
          </p:cNvPr>
          <p:cNvSpPr/>
          <p:nvPr/>
        </p:nvSpPr>
        <p:spPr>
          <a:xfrm>
            <a:off x="-17564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5630641-6568-1C00-643F-07F30319E0D8}"/>
              </a:ext>
            </a:extLst>
          </p:cNvPr>
          <p:cNvSpPr txBox="1">
            <a:spLocks/>
          </p:cNvSpPr>
          <p:nvPr/>
        </p:nvSpPr>
        <p:spPr>
          <a:xfrm>
            <a:off x="1761129" y="231758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Upload Demo - 4</a:t>
            </a:r>
          </a:p>
        </p:txBody>
      </p:sp>
      <p:pic>
        <p:nvPicPr>
          <p:cNvPr id="22" name="Content Placeholder 4">
            <a:extLst>
              <a:ext uri="{FF2B5EF4-FFF2-40B4-BE49-F238E27FC236}">
                <a16:creationId xmlns:a16="http://schemas.microsoft.com/office/drawing/2014/main" id="{FAF282EF-4FE4-DBA5-BE02-0B0AFFF91BCB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395" y="1156579"/>
            <a:ext cx="9601200" cy="50292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0CFB06C1-B31E-023F-280A-857DC99A250A}"/>
              </a:ext>
            </a:extLst>
          </p:cNvPr>
          <p:cNvSpPr/>
          <p:nvPr/>
        </p:nvSpPr>
        <p:spPr>
          <a:xfrm>
            <a:off x="-17564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B37E73-D87C-29FC-DBF4-A49B30874893}"/>
              </a:ext>
            </a:extLst>
          </p:cNvPr>
          <p:cNvSpPr/>
          <p:nvPr/>
        </p:nvSpPr>
        <p:spPr>
          <a:xfrm>
            <a:off x="-35122" y="14279"/>
            <a:ext cx="12304386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4B339E-8E48-A8EF-0D71-E6DF6FDA7A74}"/>
              </a:ext>
            </a:extLst>
          </p:cNvPr>
          <p:cNvSpPr txBox="1"/>
          <p:nvPr/>
        </p:nvSpPr>
        <p:spPr>
          <a:xfrm>
            <a:off x="3072116" y="332106"/>
            <a:ext cx="6125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Upload Demo - 5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97A10E0-E6F5-6A4F-BE48-602830DC2CF3}"/>
              </a:ext>
            </a:extLst>
          </p:cNvPr>
          <p:cNvSpPr/>
          <p:nvPr/>
        </p:nvSpPr>
        <p:spPr>
          <a:xfrm>
            <a:off x="12156884" y="14279"/>
            <a:ext cx="12192000" cy="69008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C6DD34-87E8-CED1-EF69-9B1B11D90537}"/>
              </a:ext>
            </a:extLst>
          </p:cNvPr>
          <p:cNvSpPr/>
          <p:nvPr/>
        </p:nvSpPr>
        <p:spPr>
          <a:xfrm>
            <a:off x="14746514" y="42837"/>
            <a:ext cx="12192000" cy="69008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8C8536-EA71-6383-9E57-059E9B3F0E91}"/>
              </a:ext>
            </a:extLst>
          </p:cNvPr>
          <p:cNvSpPr txBox="1"/>
          <p:nvPr/>
        </p:nvSpPr>
        <p:spPr>
          <a:xfrm>
            <a:off x="18005607" y="372127"/>
            <a:ext cx="6125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Upload Demo -6</a:t>
            </a:r>
          </a:p>
        </p:txBody>
      </p:sp>
      <p:pic>
        <p:nvPicPr>
          <p:cNvPr id="26" name="Content Placeholder 4">
            <a:extLst>
              <a:ext uri="{FF2B5EF4-FFF2-40B4-BE49-F238E27FC236}">
                <a16:creationId xmlns:a16="http://schemas.microsoft.com/office/drawing/2014/main" id="{1ED32B9A-2DC0-2112-6F16-D677C6134286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030" y="1156579"/>
            <a:ext cx="9601200" cy="5029200"/>
          </a:xfrm>
          <a:prstGeom prst="rect">
            <a:avLst/>
          </a:prstGeom>
        </p:spPr>
      </p:pic>
      <p:pic>
        <p:nvPicPr>
          <p:cNvPr id="29" name="Content Placeholder 4">
            <a:extLst>
              <a:ext uri="{FF2B5EF4-FFF2-40B4-BE49-F238E27FC236}">
                <a16:creationId xmlns:a16="http://schemas.microsoft.com/office/drawing/2014/main" id="{ABA08942-B5E3-ADF5-204A-15B2DF844F76}"/>
              </a:ext>
            </a:extLst>
          </p:cNvPr>
          <p:cNvPicPr preferRelativeResize="0"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4714" y="1156579"/>
            <a:ext cx="9601200" cy="506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856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F7FCF-4925-9524-0301-E59250953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EE4427-A731-5E3E-F4A1-69B39115A2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B6B57-F215-335B-751A-E34A23156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4"/>
            <a:ext cx="6341016" cy="469682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Lightweight CPU-friendly segmentation</a:t>
            </a:r>
          </a:p>
          <a:p>
            <a:r>
              <a:rPr lang="en-US" dirty="0">
                <a:solidFill>
                  <a:schemeClr val="tx1"/>
                </a:solidFill>
              </a:rPr>
              <a:t>SLIC + region scoring + fallback methods</a:t>
            </a:r>
          </a:p>
          <a:p>
            <a:r>
              <a:rPr lang="en-US" dirty="0">
                <a:solidFill>
                  <a:schemeClr val="tx1"/>
                </a:solidFill>
              </a:rPr>
              <a:t>Outputs: foreground, background, mask, original</a:t>
            </a:r>
          </a:p>
          <a:p>
            <a:r>
              <a:rPr lang="en-US" dirty="0">
                <a:solidFill>
                  <a:schemeClr val="tx1"/>
                </a:solidFill>
              </a:rPr>
              <a:t>API: GET /</a:t>
            </a:r>
            <a:r>
              <a:rPr lang="en-US" dirty="0" err="1">
                <a:solidFill>
                  <a:schemeClr val="tx1"/>
                </a:solidFill>
              </a:rPr>
              <a:t>api</a:t>
            </a:r>
            <a:r>
              <a:rPr lang="en-US" dirty="0">
                <a:solidFill>
                  <a:schemeClr val="tx1"/>
                </a:solidFill>
              </a:rPr>
              <a:t>/images/{</a:t>
            </a:r>
            <a:r>
              <a:rPr lang="en-US" dirty="0" err="1">
                <a:solidFill>
                  <a:schemeClr val="tx1"/>
                </a:solidFill>
              </a:rPr>
              <a:t>image_id</a:t>
            </a:r>
            <a:r>
              <a:rPr lang="en-US" dirty="0">
                <a:solidFill>
                  <a:schemeClr val="tx1"/>
                </a:solidFill>
              </a:rPr>
              <a:t>}/segments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6870AE-048D-85A1-D6B4-02A08E7C3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066" y="1109144"/>
            <a:ext cx="3300646" cy="378217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Segmentation Pipeline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C6C606-F04A-BC96-36D2-8147003EDA92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DD25AD-8F8E-B437-3786-105D97EC52CF}"/>
              </a:ext>
            </a:extLst>
          </p:cNvPr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29512D-ECBF-AA92-B73E-ACB2AD36F160}"/>
              </a:ext>
            </a:extLst>
          </p:cNvPr>
          <p:cNvGraphicFramePr>
            <a:graphicFrameLocks/>
          </p:cNvGraphicFramePr>
          <p:nvPr/>
        </p:nvGraphicFramePr>
        <p:xfrm>
          <a:off x="140980" y="138121"/>
          <a:ext cx="11910035" cy="6581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E33A1228-8378-9872-CFF6-919C5F57C231}"/>
              </a:ext>
            </a:extLst>
          </p:cNvPr>
          <p:cNvSpPr/>
          <p:nvPr/>
        </p:nvSpPr>
        <p:spPr>
          <a:xfrm>
            <a:off x="-35116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86DB64-4258-7F2A-2887-632CD91B0A81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1869DD13-D07E-E656-B755-1DD0AF429B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136" y="1330631"/>
            <a:ext cx="9601200" cy="50328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278247-0F5F-BF8D-36E2-E071023DC4ED}"/>
              </a:ext>
            </a:extLst>
          </p:cNvPr>
          <p:cNvSpPr txBox="1"/>
          <p:nvPr/>
        </p:nvSpPr>
        <p:spPr>
          <a:xfrm>
            <a:off x="2607190" y="372127"/>
            <a:ext cx="6429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Upload Demo - 1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4698B3-97B3-93DC-A12F-8C1F18BEB1AF}"/>
              </a:ext>
            </a:extLst>
          </p:cNvPr>
          <p:cNvSpPr/>
          <p:nvPr/>
        </p:nvSpPr>
        <p:spPr>
          <a:xfrm>
            <a:off x="-4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BDB040-DC71-9A01-89DA-EBB845D99F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37D4EC2-ADD8-7A8B-1AC7-3CB637F5D401}"/>
              </a:ext>
            </a:extLst>
          </p:cNvPr>
          <p:cNvSpPr txBox="1">
            <a:spLocks/>
          </p:cNvSpPr>
          <p:nvPr/>
        </p:nvSpPr>
        <p:spPr>
          <a:xfrm>
            <a:off x="1797666" y="310623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Upload Demo -2</a:t>
            </a:r>
          </a:p>
        </p:txBody>
      </p:sp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1D6DDBF9-B2AE-8D1B-91E2-D6AA416A76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664" y="1233726"/>
            <a:ext cx="9601200" cy="50292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D254D0-4B56-8D36-6F89-2B6439D8C586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45979D-196B-20D6-FC5C-6EF9F53C88D5}"/>
              </a:ext>
            </a:extLst>
          </p:cNvPr>
          <p:cNvSpPr/>
          <p:nvPr/>
        </p:nvSpPr>
        <p:spPr>
          <a:xfrm>
            <a:off x="-35118" y="0"/>
            <a:ext cx="12227117" cy="688655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Content Placeholder 4">
            <a:extLst>
              <a:ext uri="{FF2B5EF4-FFF2-40B4-BE49-F238E27FC236}">
                <a16:creationId xmlns:a16="http://schemas.microsoft.com/office/drawing/2014/main" id="{71F0D340-4BDD-FCD8-DC06-684BC8B2A9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284" y="1233726"/>
            <a:ext cx="9601200" cy="5430768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5FA7DECE-6A59-ED25-3EA4-48C9F8F9BFBB}"/>
              </a:ext>
            </a:extLst>
          </p:cNvPr>
          <p:cNvSpPr txBox="1">
            <a:spLocks/>
          </p:cNvSpPr>
          <p:nvPr/>
        </p:nvSpPr>
        <p:spPr>
          <a:xfrm>
            <a:off x="1797666" y="448744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Upload Demo - 3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62C905-389F-DFEB-9297-B87BA5A81791}"/>
              </a:ext>
            </a:extLst>
          </p:cNvPr>
          <p:cNvSpPr/>
          <p:nvPr/>
        </p:nvSpPr>
        <p:spPr>
          <a:xfrm>
            <a:off x="-35122" y="-14279"/>
            <a:ext cx="12227117" cy="688655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F76E6A-D9B3-9D27-D597-3D97CE11CD55}"/>
              </a:ext>
            </a:extLst>
          </p:cNvPr>
          <p:cNvSpPr/>
          <p:nvPr/>
        </p:nvSpPr>
        <p:spPr>
          <a:xfrm>
            <a:off x="-17564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633A260-E6CE-65AB-63EA-7F754425E4D9}"/>
              </a:ext>
            </a:extLst>
          </p:cNvPr>
          <p:cNvSpPr txBox="1">
            <a:spLocks/>
          </p:cNvSpPr>
          <p:nvPr/>
        </p:nvSpPr>
        <p:spPr>
          <a:xfrm>
            <a:off x="1761129" y="231758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Upload Demo - 4</a:t>
            </a:r>
          </a:p>
        </p:txBody>
      </p:sp>
      <p:pic>
        <p:nvPicPr>
          <p:cNvPr id="22" name="Content Placeholder 4">
            <a:extLst>
              <a:ext uri="{FF2B5EF4-FFF2-40B4-BE49-F238E27FC236}">
                <a16:creationId xmlns:a16="http://schemas.microsoft.com/office/drawing/2014/main" id="{1F6E7749-6E9A-6DAA-1A1E-92ADDF32D625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395" y="1156579"/>
            <a:ext cx="9601200" cy="50292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737D69F7-643C-0D08-5676-965F91B9EA08}"/>
              </a:ext>
            </a:extLst>
          </p:cNvPr>
          <p:cNvSpPr/>
          <p:nvPr/>
        </p:nvSpPr>
        <p:spPr>
          <a:xfrm>
            <a:off x="-17564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A8ED0C-1415-57A2-EF19-ABD047DDA8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8CE7E5-27A9-E920-5CF5-1B8017F4476C}"/>
              </a:ext>
            </a:extLst>
          </p:cNvPr>
          <p:cNvSpPr txBox="1"/>
          <p:nvPr/>
        </p:nvSpPr>
        <p:spPr>
          <a:xfrm>
            <a:off x="3072116" y="332106"/>
            <a:ext cx="6125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Upload Demo - 5</a:t>
            </a:r>
          </a:p>
        </p:txBody>
      </p:sp>
      <p:pic>
        <p:nvPicPr>
          <p:cNvPr id="26" name="Content Placeholder 4">
            <a:extLst>
              <a:ext uri="{FF2B5EF4-FFF2-40B4-BE49-F238E27FC236}">
                <a16:creationId xmlns:a16="http://schemas.microsoft.com/office/drawing/2014/main" id="{7DE07BCB-29FD-DC5C-0CC4-4C01AF19CBAF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030" y="1156579"/>
            <a:ext cx="9601200" cy="50292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7A65F652-0421-AF93-810B-D24D8DC269C7}"/>
              </a:ext>
            </a:extLst>
          </p:cNvPr>
          <p:cNvSpPr/>
          <p:nvPr/>
        </p:nvSpPr>
        <p:spPr>
          <a:xfrm>
            <a:off x="-17564" y="7139"/>
            <a:ext cx="12192000" cy="69008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0FAD72-8680-0439-7919-701FEE13AED9}"/>
              </a:ext>
            </a:extLst>
          </p:cNvPr>
          <p:cNvSpPr/>
          <p:nvPr/>
        </p:nvSpPr>
        <p:spPr>
          <a:xfrm>
            <a:off x="0" y="0"/>
            <a:ext cx="12192000" cy="69079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Content Placeholder 4">
            <a:extLst>
              <a:ext uri="{FF2B5EF4-FFF2-40B4-BE49-F238E27FC236}">
                <a16:creationId xmlns:a16="http://schemas.microsoft.com/office/drawing/2014/main" id="{40D8FDA0-F5B1-060E-EEDF-78F416F77A59}"/>
              </a:ext>
            </a:extLst>
          </p:cNvPr>
          <p:cNvPicPr preferRelativeResize="0"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504" y="1231279"/>
            <a:ext cx="9601200" cy="506061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3AE46B5-AF0B-93B7-DA31-69E8A75BC1CA}"/>
              </a:ext>
            </a:extLst>
          </p:cNvPr>
          <p:cNvSpPr txBox="1"/>
          <p:nvPr/>
        </p:nvSpPr>
        <p:spPr>
          <a:xfrm>
            <a:off x="2687411" y="446827"/>
            <a:ext cx="6125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Upload Demo -6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9A28AFA-555B-F671-6A75-4ED6E674857C}"/>
              </a:ext>
            </a:extLst>
          </p:cNvPr>
          <p:cNvSpPr/>
          <p:nvPr/>
        </p:nvSpPr>
        <p:spPr>
          <a:xfrm>
            <a:off x="12171045" y="-14280"/>
            <a:ext cx="12192000" cy="69222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FF70A3-7334-4134-7DD4-7801857B3DDF}"/>
              </a:ext>
            </a:extLst>
          </p:cNvPr>
          <p:cNvSpPr/>
          <p:nvPr/>
        </p:nvSpPr>
        <p:spPr>
          <a:xfrm>
            <a:off x="14228958" y="-1"/>
            <a:ext cx="12192000" cy="69222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Content Placeholder 4">
            <a:extLst>
              <a:ext uri="{FF2B5EF4-FFF2-40B4-BE49-F238E27FC236}">
                <a16:creationId xmlns:a16="http://schemas.microsoft.com/office/drawing/2014/main" id="{0E9F10BC-3456-E647-59C5-2567E1B0E4C9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8529" y="1401193"/>
            <a:ext cx="9601200" cy="50292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C90AD27-5780-8BD8-6998-67D65E3ABF35}"/>
              </a:ext>
            </a:extLst>
          </p:cNvPr>
          <p:cNvSpPr txBox="1"/>
          <p:nvPr/>
        </p:nvSpPr>
        <p:spPr>
          <a:xfrm>
            <a:off x="15698529" y="420912"/>
            <a:ext cx="960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Upload Demo - 7</a:t>
            </a:r>
          </a:p>
        </p:txBody>
      </p:sp>
    </p:spTree>
    <p:extLst>
      <p:ext uri="{BB962C8B-B14F-4D97-AF65-F5344CB8AC3E}">
        <p14:creationId xmlns:p14="http://schemas.microsoft.com/office/powerpoint/2010/main" val="160764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AAA29-8EFE-2FB0-1347-4B911EAFF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3792D1-6FC3-5131-BC29-B964B9A529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94A54-3EB4-EA05-FA99-A2428B5CF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4"/>
            <a:ext cx="6341016" cy="469682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Lightweight CPU-friendly segmentation</a:t>
            </a:r>
          </a:p>
          <a:p>
            <a:r>
              <a:rPr lang="en-US" dirty="0">
                <a:solidFill>
                  <a:schemeClr val="tx1"/>
                </a:solidFill>
              </a:rPr>
              <a:t>SLIC + region scoring + fallback methods</a:t>
            </a:r>
          </a:p>
          <a:p>
            <a:r>
              <a:rPr lang="en-US" dirty="0">
                <a:solidFill>
                  <a:schemeClr val="tx1"/>
                </a:solidFill>
              </a:rPr>
              <a:t>Outputs: foreground, background, mask, original</a:t>
            </a:r>
          </a:p>
          <a:p>
            <a:r>
              <a:rPr lang="en-US" dirty="0">
                <a:solidFill>
                  <a:schemeClr val="tx1"/>
                </a:solidFill>
              </a:rPr>
              <a:t>API: GET /</a:t>
            </a:r>
            <a:r>
              <a:rPr lang="en-US" dirty="0" err="1">
                <a:solidFill>
                  <a:schemeClr val="tx1"/>
                </a:solidFill>
              </a:rPr>
              <a:t>api</a:t>
            </a:r>
            <a:r>
              <a:rPr lang="en-US" dirty="0">
                <a:solidFill>
                  <a:schemeClr val="tx1"/>
                </a:solidFill>
              </a:rPr>
              <a:t>/images/{</a:t>
            </a:r>
            <a:r>
              <a:rPr lang="en-US" dirty="0" err="1">
                <a:solidFill>
                  <a:schemeClr val="tx1"/>
                </a:solidFill>
              </a:rPr>
              <a:t>image_id</a:t>
            </a:r>
            <a:r>
              <a:rPr lang="en-US" dirty="0">
                <a:solidFill>
                  <a:schemeClr val="tx1"/>
                </a:solidFill>
              </a:rPr>
              <a:t>}/segments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FBAC65-D646-822B-37DA-DB135391B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066" y="1109144"/>
            <a:ext cx="3300646" cy="378217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Segmentation Pipeline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5F9352-3668-075E-4270-16B5B0E9378D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99B2D8-475A-5F74-51DB-5F9DB2595091}"/>
              </a:ext>
            </a:extLst>
          </p:cNvPr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EA9FBA-5940-3327-8E01-7735538F291A}"/>
              </a:ext>
            </a:extLst>
          </p:cNvPr>
          <p:cNvGraphicFramePr>
            <a:graphicFrameLocks/>
          </p:cNvGraphicFramePr>
          <p:nvPr/>
        </p:nvGraphicFramePr>
        <p:xfrm>
          <a:off x="140980" y="138121"/>
          <a:ext cx="11910035" cy="6581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1671132B-519D-5CC1-771B-F59F3D98DEF2}"/>
              </a:ext>
            </a:extLst>
          </p:cNvPr>
          <p:cNvSpPr/>
          <p:nvPr/>
        </p:nvSpPr>
        <p:spPr>
          <a:xfrm>
            <a:off x="-35116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0F3131-D7E2-4244-4BA5-62E29727CE41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42F4A095-F394-28B4-44E9-8B3A939366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136" y="1330631"/>
            <a:ext cx="9601200" cy="50328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DF4103-ECDA-2DDB-1EFC-A6FDFD45A714}"/>
              </a:ext>
            </a:extLst>
          </p:cNvPr>
          <p:cNvSpPr txBox="1"/>
          <p:nvPr/>
        </p:nvSpPr>
        <p:spPr>
          <a:xfrm>
            <a:off x="2607190" y="372127"/>
            <a:ext cx="6429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Upload Demo - 1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C4FA17-102E-7E33-3C42-24CFB0C282CE}"/>
              </a:ext>
            </a:extLst>
          </p:cNvPr>
          <p:cNvSpPr/>
          <p:nvPr/>
        </p:nvSpPr>
        <p:spPr>
          <a:xfrm>
            <a:off x="-4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EC4C04-73AB-8ECB-374A-58A9FDAAB9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4371D63-1568-40D4-029C-7EFA10027856}"/>
              </a:ext>
            </a:extLst>
          </p:cNvPr>
          <p:cNvSpPr txBox="1">
            <a:spLocks/>
          </p:cNvSpPr>
          <p:nvPr/>
        </p:nvSpPr>
        <p:spPr>
          <a:xfrm>
            <a:off x="1797666" y="310623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Upload Demo -2</a:t>
            </a:r>
          </a:p>
        </p:txBody>
      </p:sp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27C3E32F-2080-0439-4B4F-1713CA3CCCE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664" y="1233726"/>
            <a:ext cx="9601200" cy="50292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4536EB3-9515-4B56-5C0D-99D8F56D61A7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E76D0D-FB5B-995F-E2C8-6A523D8808D9}"/>
              </a:ext>
            </a:extLst>
          </p:cNvPr>
          <p:cNvSpPr/>
          <p:nvPr/>
        </p:nvSpPr>
        <p:spPr>
          <a:xfrm>
            <a:off x="-35118" y="0"/>
            <a:ext cx="12227117" cy="688655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Content Placeholder 4">
            <a:extLst>
              <a:ext uri="{FF2B5EF4-FFF2-40B4-BE49-F238E27FC236}">
                <a16:creationId xmlns:a16="http://schemas.microsoft.com/office/drawing/2014/main" id="{7B35529B-7CD9-CD43-065E-7A1B7E980F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284" y="1233726"/>
            <a:ext cx="9601200" cy="5430768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D1A7F300-D0AE-7F04-1F45-1926E9F3F4F1}"/>
              </a:ext>
            </a:extLst>
          </p:cNvPr>
          <p:cNvSpPr txBox="1">
            <a:spLocks/>
          </p:cNvSpPr>
          <p:nvPr/>
        </p:nvSpPr>
        <p:spPr>
          <a:xfrm>
            <a:off x="1797666" y="448744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Upload Demo - 3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188693-9EC6-910A-AF1C-602323A05227}"/>
              </a:ext>
            </a:extLst>
          </p:cNvPr>
          <p:cNvSpPr/>
          <p:nvPr/>
        </p:nvSpPr>
        <p:spPr>
          <a:xfrm>
            <a:off x="-35122" y="-14279"/>
            <a:ext cx="12227117" cy="688655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9A60E5-D3EF-F244-BB12-9F6FB7A20EF5}"/>
              </a:ext>
            </a:extLst>
          </p:cNvPr>
          <p:cNvSpPr/>
          <p:nvPr/>
        </p:nvSpPr>
        <p:spPr>
          <a:xfrm>
            <a:off x="-17564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E5B35618-B747-DD4B-0B27-2F73CA12AA7C}"/>
              </a:ext>
            </a:extLst>
          </p:cNvPr>
          <p:cNvSpPr txBox="1">
            <a:spLocks/>
          </p:cNvSpPr>
          <p:nvPr/>
        </p:nvSpPr>
        <p:spPr>
          <a:xfrm>
            <a:off x="1761129" y="231758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Upload Demo - 4</a:t>
            </a:r>
          </a:p>
        </p:txBody>
      </p:sp>
      <p:pic>
        <p:nvPicPr>
          <p:cNvPr id="22" name="Content Placeholder 4">
            <a:extLst>
              <a:ext uri="{FF2B5EF4-FFF2-40B4-BE49-F238E27FC236}">
                <a16:creationId xmlns:a16="http://schemas.microsoft.com/office/drawing/2014/main" id="{2EABE3B4-5845-EB8F-1339-D82C0B63677A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395" y="1156579"/>
            <a:ext cx="9601200" cy="50292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FF61B002-05B8-B1BB-D512-11B36D4C70E7}"/>
              </a:ext>
            </a:extLst>
          </p:cNvPr>
          <p:cNvSpPr/>
          <p:nvPr/>
        </p:nvSpPr>
        <p:spPr>
          <a:xfrm>
            <a:off x="-17564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9F9854-3C47-37B6-0FE4-8CEDB62595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9419B8-8457-4F9B-0EBE-0CAF9CC486FE}"/>
              </a:ext>
            </a:extLst>
          </p:cNvPr>
          <p:cNvSpPr txBox="1"/>
          <p:nvPr/>
        </p:nvSpPr>
        <p:spPr>
          <a:xfrm>
            <a:off x="3072116" y="332106"/>
            <a:ext cx="6125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Upload Demo - 5</a:t>
            </a:r>
          </a:p>
        </p:txBody>
      </p:sp>
      <p:pic>
        <p:nvPicPr>
          <p:cNvPr id="26" name="Content Placeholder 4">
            <a:extLst>
              <a:ext uri="{FF2B5EF4-FFF2-40B4-BE49-F238E27FC236}">
                <a16:creationId xmlns:a16="http://schemas.microsoft.com/office/drawing/2014/main" id="{9C06D9DA-CF0E-EEB8-13D5-6D45BC66476F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030" y="1156579"/>
            <a:ext cx="9601200" cy="50292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8D06478-1D5A-673E-4412-F3C2F5652626}"/>
              </a:ext>
            </a:extLst>
          </p:cNvPr>
          <p:cNvSpPr/>
          <p:nvPr/>
        </p:nvSpPr>
        <p:spPr>
          <a:xfrm>
            <a:off x="-17564" y="7139"/>
            <a:ext cx="12192000" cy="69008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2F97EE0-4EC3-FFF9-2141-60B85127F4CF}"/>
              </a:ext>
            </a:extLst>
          </p:cNvPr>
          <p:cNvSpPr/>
          <p:nvPr/>
        </p:nvSpPr>
        <p:spPr>
          <a:xfrm>
            <a:off x="0" y="0"/>
            <a:ext cx="12192000" cy="69079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Content Placeholder 4">
            <a:extLst>
              <a:ext uri="{FF2B5EF4-FFF2-40B4-BE49-F238E27FC236}">
                <a16:creationId xmlns:a16="http://schemas.microsoft.com/office/drawing/2014/main" id="{EAC7F812-ECCF-D92D-BFF4-78EC47B8A1EA}"/>
              </a:ext>
            </a:extLst>
          </p:cNvPr>
          <p:cNvPicPr preferRelativeResize="0"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504" y="1231279"/>
            <a:ext cx="9601200" cy="506061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B7F6E93-20E3-7F9D-A630-217047CC4599}"/>
              </a:ext>
            </a:extLst>
          </p:cNvPr>
          <p:cNvSpPr txBox="1"/>
          <p:nvPr/>
        </p:nvSpPr>
        <p:spPr>
          <a:xfrm>
            <a:off x="2687411" y="446827"/>
            <a:ext cx="6125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Upload Demo -6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ABCA38B-21C4-92ED-2FA6-54FC0255911A}"/>
              </a:ext>
            </a:extLst>
          </p:cNvPr>
          <p:cNvSpPr/>
          <p:nvPr/>
        </p:nvSpPr>
        <p:spPr>
          <a:xfrm>
            <a:off x="17547" y="-28558"/>
            <a:ext cx="12192000" cy="69365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380ED60-B44D-6DD1-AA78-F1920337F178}"/>
              </a:ext>
            </a:extLst>
          </p:cNvPr>
          <p:cNvSpPr/>
          <p:nvPr/>
        </p:nvSpPr>
        <p:spPr>
          <a:xfrm>
            <a:off x="-35116" y="-14280"/>
            <a:ext cx="12227116" cy="693653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Content Placeholder 4">
            <a:extLst>
              <a:ext uri="{FF2B5EF4-FFF2-40B4-BE49-F238E27FC236}">
                <a16:creationId xmlns:a16="http://schemas.microsoft.com/office/drawing/2014/main" id="{5187BFC5-2E3B-7284-D1A4-FB18196D5D30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455" y="1386913"/>
            <a:ext cx="9601200" cy="5086791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02BC2E56-6418-61E4-16E3-269B78A53B33}"/>
              </a:ext>
            </a:extLst>
          </p:cNvPr>
          <p:cNvSpPr/>
          <p:nvPr/>
        </p:nvSpPr>
        <p:spPr>
          <a:xfrm>
            <a:off x="11667690" y="-14281"/>
            <a:ext cx="12192000" cy="69079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ADAE5B-359F-780A-1D70-535AB8246C53}"/>
              </a:ext>
            </a:extLst>
          </p:cNvPr>
          <p:cNvSpPr txBox="1"/>
          <p:nvPr/>
        </p:nvSpPr>
        <p:spPr>
          <a:xfrm>
            <a:off x="1434455" y="406633"/>
            <a:ext cx="960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Upload Demo - 7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E7343B-7824-6CD2-F9C4-96C2400A04D0}"/>
              </a:ext>
            </a:extLst>
          </p:cNvPr>
          <p:cNvSpPr/>
          <p:nvPr/>
        </p:nvSpPr>
        <p:spPr>
          <a:xfrm>
            <a:off x="14991442" y="1"/>
            <a:ext cx="12192000" cy="69079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715F9B36-62A7-2BD1-AA44-BAA9C525616F}"/>
              </a:ext>
            </a:extLst>
          </p:cNvPr>
          <p:cNvSpPr txBox="1">
            <a:spLocks/>
          </p:cNvSpPr>
          <p:nvPr/>
        </p:nvSpPr>
        <p:spPr>
          <a:xfrm>
            <a:off x="16789108" y="471715"/>
            <a:ext cx="8596668" cy="13153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</a:rPr>
              <a:t>Upload Demo - 8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8" name="Content Placeholder 4">
            <a:extLst>
              <a:ext uri="{FF2B5EF4-FFF2-40B4-BE49-F238E27FC236}">
                <a16:creationId xmlns:a16="http://schemas.microsoft.com/office/drawing/2014/main" id="{634F3E15-E05E-E679-693E-049319789B8D}"/>
              </a:ext>
            </a:extLst>
          </p:cNvPr>
          <p:cNvPicPr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6842" y="1372166"/>
            <a:ext cx="9601200" cy="500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740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7C036-056D-7EB8-930E-C6AF0B50F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CD1CF8-5CA5-0CA5-A582-A9AE51D05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C1445-5639-8BFB-E1D1-B8CDB9468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4"/>
            <a:ext cx="6341016" cy="469682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Lightweight CPU-friendly segmentation</a:t>
            </a:r>
          </a:p>
          <a:p>
            <a:r>
              <a:rPr lang="en-US" dirty="0">
                <a:solidFill>
                  <a:schemeClr val="tx1"/>
                </a:solidFill>
              </a:rPr>
              <a:t>SLIC + region scoring + fallback methods</a:t>
            </a:r>
          </a:p>
          <a:p>
            <a:r>
              <a:rPr lang="en-US" dirty="0">
                <a:solidFill>
                  <a:schemeClr val="tx1"/>
                </a:solidFill>
              </a:rPr>
              <a:t>Outputs: foreground, background, mask, original</a:t>
            </a:r>
          </a:p>
          <a:p>
            <a:r>
              <a:rPr lang="en-US" dirty="0">
                <a:solidFill>
                  <a:schemeClr val="tx1"/>
                </a:solidFill>
              </a:rPr>
              <a:t>API: GET /</a:t>
            </a:r>
            <a:r>
              <a:rPr lang="en-US" dirty="0" err="1">
                <a:solidFill>
                  <a:schemeClr val="tx1"/>
                </a:solidFill>
              </a:rPr>
              <a:t>api</a:t>
            </a:r>
            <a:r>
              <a:rPr lang="en-US" dirty="0">
                <a:solidFill>
                  <a:schemeClr val="tx1"/>
                </a:solidFill>
              </a:rPr>
              <a:t>/images/{</a:t>
            </a:r>
            <a:r>
              <a:rPr lang="en-US" dirty="0" err="1">
                <a:solidFill>
                  <a:schemeClr val="tx1"/>
                </a:solidFill>
              </a:rPr>
              <a:t>image_id</a:t>
            </a:r>
            <a:r>
              <a:rPr lang="en-US" dirty="0">
                <a:solidFill>
                  <a:schemeClr val="tx1"/>
                </a:solidFill>
              </a:rPr>
              <a:t>}/segments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3CCBFA-7A58-80F8-A96D-AA1A95D7D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066" y="1109144"/>
            <a:ext cx="3300646" cy="378217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Segmentation Pipeline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C88849-3EA9-ADBF-CCA8-E993F237D88E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4E49EF-2336-89C7-47D4-3F34F0A34233}"/>
              </a:ext>
            </a:extLst>
          </p:cNvPr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6C1761-D3F4-9A56-E559-5A259475A960}"/>
              </a:ext>
            </a:extLst>
          </p:cNvPr>
          <p:cNvGraphicFramePr>
            <a:graphicFrameLocks/>
          </p:cNvGraphicFramePr>
          <p:nvPr/>
        </p:nvGraphicFramePr>
        <p:xfrm>
          <a:off x="140980" y="138121"/>
          <a:ext cx="11910035" cy="6581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6CC341A3-9F7A-E5C2-AD92-33AFA073E36D}"/>
              </a:ext>
            </a:extLst>
          </p:cNvPr>
          <p:cNvSpPr/>
          <p:nvPr/>
        </p:nvSpPr>
        <p:spPr>
          <a:xfrm>
            <a:off x="-35116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4C03A7-C250-DADD-0A23-E3554B4F0A7C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1126A89C-D20E-112F-BA56-0B01F48868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136" y="1330631"/>
            <a:ext cx="9601200" cy="50328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C927F4-D829-A8F9-4FC2-7AEF7744E7B9}"/>
              </a:ext>
            </a:extLst>
          </p:cNvPr>
          <p:cNvSpPr txBox="1"/>
          <p:nvPr/>
        </p:nvSpPr>
        <p:spPr>
          <a:xfrm>
            <a:off x="2607190" y="372127"/>
            <a:ext cx="6429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Upload Demo - 1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8FE9AE-9D50-E72F-63D4-2D9841608DE3}"/>
              </a:ext>
            </a:extLst>
          </p:cNvPr>
          <p:cNvSpPr/>
          <p:nvPr/>
        </p:nvSpPr>
        <p:spPr>
          <a:xfrm>
            <a:off x="-4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7ED54C-97AA-4895-5916-BB92479A65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F094816-14F3-AD07-653C-5AA466A30775}"/>
              </a:ext>
            </a:extLst>
          </p:cNvPr>
          <p:cNvSpPr txBox="1">
            <a:spLocks/>
          </p:cNvSpPr>
          <p:nvPr/>
        </p:nvSpPr>
        <p:spPr>
          <a:xfrm>
            <a:off x="1797666" y="310623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Upload Demo -2</a:t>
            </a:r>
          </a:p>
        </p:txBody>
      </p:sp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8E7AD48C-B2F5-DAE2-2DC2-AE1EFEB27C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664" y="1233726"/>
            <a:ext cx="9601200" cy="50292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397D0E7-90DA-19AE-5DB7-39FF0B29E974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52F77A-0B21-D3E5-0A01-C71DA5DF2B53}"/>
              </a:ext>
            </a:extLst>
          </p:cNvPr>
          <p:cNvSpPr/>
          <p:nvPr/>
        </p:nvSpPr>
        <p:spPr>
          <a:xfrm>
            <a:off x="-35118" y="0"/>
            <a:ext cx="12227117" cy="688655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Content Placeholder 4">
            <a:extLst>
              <a:ext uri="{FF2B5EF4-FFF2-40B4-BE49-F238E27FC236}">
                <a16:creationId xmlns:a16="http://schemas.microsoft.com/office/drawing/2014/main" id="{46D7823C-6802-F787-A05E-F72C209996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284" y="1233726"/>
            <a:ext cx="9601200" cy="5430768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F81CD29C-0E75-5F84-A0F0-48828CE1CCA8}"/>
              </a:ext>
            </a:extLst>
          </p:cNvPr>
          <p:cNvSpPr txBox="1">
            <a:spLocks/>
          </p:cNvSpPr>
          <p:nvPr/>
        </p:nvSpPr>
        <p:spPr>
          <a:xfrm>
            <a:off x="1797666" y="448744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Upload Demo - 3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6A1AE2-5914-2D12-DE82-1B97B5817BAC}"/>
              </a:ext>
            </a:extLst>
          </p:cNvPr>
          <p:cNvSpPr/>
          <p:nvPr/>
        </p:nvSpPr>
        <p:spPr>
          <a:xfrm>
            <a:off x="-35122" y="-14279"/>
            <a:ext cx="12227117" cy="688655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62FD44-4445-D290-1303-1D6BDA171755}"/>
              </a:ext>
            </a:extLst>
          </p:cNvPr>
          <p:cNvSpPr/>
          <p:nvPr/>
        </p:nvSpPr>
        <p:spPr>
          <a:xfrm>
            <a:off x="-17564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DB7C95F-8F5A-602D-280E-42EB12B955F8}"/>
              </a:ext>
            </a:extLst>
          </p:cNvPr>
          <p:cNvSpPr txBox="1">
            <a:spLocks/>
          </p:cNvSpPr>
          <p:nvPr/>
        </p:nvSpPr>
        <p:spPr>
          <a:xfrm>
            <a:off x="1761129" y="231758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Upload Demo - 4</a:t>
            </a:r>
          </a:p>
        </p:txBody>
      </p:sp>
      <p:pic>
        <p:nvPicPr>
          <p:cNvPr id="22" name="Content Placeholder 4">
            <a:extLst>
              <a:ext uri="{FF2B5EF4-FFF2-40B4-BE49-F238E27FC236}">
                <a16:creationId xmlns:a16="http://schemas.microsoft.com/office/drawing/2014/main" id="{ADC408D2-1545-4C4C-598A-6026609E29BC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395" y="1156579"/>
            <a:ext cx="9601200" cy="50292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86AD526E-E4E5-2734-AEF9-E71027DFDFD7}"/>
              </a:ext>
            </a:extLst>
          </p:cNvPr>
          <p:cNvSpPr/>
          <p:nvPr/>
        </p:nvSpPr>
        <p:spPr>
          <a:xfrm>
            <a:off x="-17564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A2BAC3-0559-B8A9-4770-8DE85EADFB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D9DBEB-C44B-C2DF-ACF7-6ABF5EE13722}"/>
              </a:ext>
            </a:extLst>
          </p:cNvPr>
          <p:cNvSpPr txBox="1"/>
          <p:nvPr/>
        </p:nvSpPr>
        <p:spPr>
          <a:xfrm>
            <a:off x="3072116" y="332106"/>
            <a:ext cx="6125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Upload Demo - 5</a:t>
            </a:r>
          </a:p>
        </p:txBody>
      </p:sp>
      <p:pic>
        <p:nvPicPr>
          <p:cNvPr id="26" name="Content Placeholder 4">
            <a:extLst>
              <a:ext uri="{FF2B5EF4-FFF2-40B4-BE49-F238E27FC236}">
                <a16:creationId xmlns:a16="http://schemas.microsoft.com/office/drawing/2014/main" id="{6CF2E33E-E9C3-9C97-E802-F98F12705F54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030" y="1156579"/>
            <a:ext cx="9601200" cy="50292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EC40641E-1F9E-F14F-07FE-306F220D5FC5}"/>
              </a:ext>
            </a:extLst>
          </p:cNvPr>
          <p:cNvSpPr/>
          <p:nvPr/>
        </p:nvSpPr>
        <p:spPr>
          <a:xfrm>
            <a:off x="-17564" y="7139"/>
            <a:ext cx="12192000" cy="69008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9FCD7A-4C61-A989-5104-E80E51A289D8}"/>
              </a:ext>
            </a:extLst>
          </p:cNvPr>
          <p:cNvSpPr/>
          <p:nvPr/>
        </p:nvSpPr>
        <p:spPr>
          <a:xfrm>
            <a:off x="0" y="0"/>
            <a:ext cx="12192000" cy="69079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Content Placeholder 4">
            <a:extLst>
              <a:ext uri="{FF2B5EF4-FFF2-40B4-BE49-F238E27FC236}">
                <a16:creationId xmlns:a16="http://schemas.microsoft.com/office/drawing/2014/main" id="{7962505E-BCF3-2BF6-1FE9-4CA47B4E7412}"/>
              </a:ext>
            </a:extLst>
          </p:cNvPr>
          <p:cNvPicPr preferRelativeResize="0"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504" y="1231279"/>
            <a:ext cx="9601200" cy="506061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1E9FBAA-E132-9DAD-96D9-1D38589CD34C}"/>
              </a:ext>
            </a:extLst>
          </p:cNvPr>
          <p:cNvSpPr txBox="1"/>
          <p:nvPr/>
        </p:nvSpPr>
        <p:spPr>
          <a:xfrm>
            <a:off x="2687411" y="446827"/>
            <a:ext cx="6125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Upload Demo -6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13E6FA8-1F15-21B9-5A1C-BC551BB279D9}"/>
              </a:ext>
            </a:extLst>
          </p:cNvPr>
          <p:cNvSpPr/>
          <p:nvPr/>
        </p:nvSpPr>
        <p:spPr>
          <a:xfrm>
            <a:off x="17547" y="-28558"/>
            <a:ext cx="12192000" cy="69365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FDC8624-7A26-718F-9755-19007FBF466B}"/>
              </a:ext>
            </a:extLst>
          </p:cNvPr>
          <p:cNvSpPr/>
          <p:nvPr/>
        </p:nvSpPr>
        <p:spPr>
          <a:xfrm>
            <a:off x="-35116" y="-14280"/>
            <a:ext cx="12227116" cy="693653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Content Placeholder 4">
            <a:extLst>
              <a:ext uri="{FF2B5EF4-FFF2-40B4-BE49-F238E27FC236}">
                <a16:creationId xmlns:a16="http://schemas.microsoft.com/office/drawing/2014/main" id="{F6B200F6-3E91-CF6A-7C47-855768EB4BE9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455" y="1386913"/>
            <a:ext cx="9601200" cy="508679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351702D-35B4-38C9-ECB9-57DE1F960B44}"/>
              </a:ext>
            </a:extLst>
          </p:cNvPr>
          <p:cNvSpPr txBox="1"/>
          <p:nvPr/>
        </p:nvSpPr>
        <p:spPr>
          <a:xfrm>
            <a:off x="1434455" y="406633"/>
            <a:ext cx="960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Upload Demo - 7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52F1F0F-A601-7F00-8BDD-A80B929A8514}"/>
              </a:ext>
            </a:extLst>
          </p:cNvPr>
          <p:cNvSpPr/>
          <p:nvPr/>
        </p:nvSpPr>
        <p:spPr>
          <a:xfrm>
            <a:off x="-35128" y="-28559"/>
            <a:ext cx="12227128" cy="69508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B3D7BBA-76D8-BE07-3665-56CE588B67CB}"/>
              </a:ext>
            </a:extLst>
          </p:cNvPr>
          <p:cNvSpPr/>
          <p:nvPr/>
        </p:nvSpPr>
        <p:spPr>
          <a:xfrm>
            <a:off x="-52681" y="-42837"/>
            <a:ext cx="12262227" cy="69793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AB098575-A10B-C2F9-63CF-BD4A13372434}"/>
              </a:ext>
            </a:extLst>
          </p:cNvPr>
          <p:cNvSpPr txBox="1">
            <a:spLocks/>
          </p:cNvSpPr>
          <p:nvPr/>
        </p:nvSpPr>
        <p:spPr>
          <a:xfrm>
            <a:off x="1772902" y="444665"/>
            <a:ext cx="8646186" cy="13289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Upload Demo - 8</a:t>
            </a:r>
          </a:p>
        </p:txBody>
      </p:sp>
      <p:pic>
        <p:nvPicPr>
          <p:cNvPr id="38" name="Content Placeholder 4">
            <a:extLst>
              <a:ext uri="{FF2B5EF4-FFF2-40B4-BE49-F238E27FC236}">
                <a16:creationId xmlns:a16="http://schemas.microsoft.com/office/drawing/2014/main" id="{5602D5E7-91B1-50BC-4AD0-2AFC2AB432C2}"/>
              </a:ext>
            </a:extLst>
          </p:cNvPr>
          <p:cNvPicPr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012" y="1259330"/>
            <a:ext cx="9656504" cy="506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426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AB61C-2927-C1D5-18FA-4A840903F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en-US" dirty="0"/>
              <a:t>Known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B8F83-F20C-A571-13D0-C607F0458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</p:spPr>
        <p:txBody>
          <a:bodyPr anchor="ctr">
            <a:normAutofit/>
          </a:bodyPr>
          <a:lstStyle/>
          <a:p>
            <a:r>
              <a:rPr lang="en-US" sz="2000" dirty="0"/>
              <a:t>In-process background jobs (not distributed queue)</a:t>
            </a:r>
          </a:p>
          <a:p>
            <a:r>
              <a:rPr lang="en-US" sz="2000" dirty="0"/>
              <a:t>Polling (not </a:t>
            </a:r>
            <a:r>
              <a:rPr lang="en-US" sz="2000" dirty="0" err="1"/>
              <a:t>WebSockets</a:t>
            </a:r>
            <a:r>
              <a:rPr lang="en-US" sz="2000" dirty="0"/>
              <a:t>)</a:t>
            </a:r>
          </a:p>
          <a:p>
            <a:r>
              <a:rPr lang="en-US" sz="2000" dirty="0"/>
              <a:t>Process-local rate limiting</a:t>
            </a:r>
          </a:p>
          <a:p>
            <a:r>
              <a:rPr lang="en-US" sz="2000" dirty="0"/>
              <a:t>Heuristic segmentation needs broader validation datasets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071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EC6D2-4CC9-A66B-479F-0A5EA7FA2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50" y="1179151"/>
            <a:ext cx="3300646" cy="4463889"/>
          </a:xfrm>
        </p:spPr>
        <p:txBody>
          <a:bodyPr anchor="ctr">
            <a:normAutofit/>
          </a:bodyPr>
          <a:lstStyle/>
          <a:p>
            <a:r>
              <a:rPr lang="en-US" dirty="0"/>
              <a:t>Future Development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4D79E0E-B3E7-A0A4-F4FB-1902A7AAEEC9}"/>
              </a:ext>
            </a:extLst>
          </p:cNvPr>
          <p:cNvSpPr/>
          <p:nvPr/>
        </p:nvSpPr>
        <p:spPr>
          <a:xfrm>
            <a:off x="12192000" y="-24309"/>
            <a:ext cx="13945591" cy="68823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281A9-8255-99C7-49E0-8BE92F183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5"/>
            <a:ext cx="6341016" cy="460390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Distributed workers/task queue</a:t>
            </a:r>
          </a:p>
          <a:p>
            <a:r>
              <a:rPr lang="en-US" sz="2000" dirty="0"/>
              <a:t>Deep-learning segmentation models</a:t>
            </a:r>
          </a:p>
          <a:p>
            <a:r>
              <a:rPr lang="en-US" sz="2000" dirty="0"/>
              <a:t>WebSocket real-time updates</a:t>
            </a:r>
          </a:p>
          <a:p>
            <a:r>
              <a:rPr lang="en-US" sz="2000" dirty="0"/>
              <a:t>Cloud storage/deployment</a:t>
            </a:r>
          </a:p>
          <a:p>
            <a:r>
              <a:rPr lang="en-US" sz="2000" dirty="0"/>
              <a:t>Expanded editing and annotation workflows</a:t>
            </a:r>
          </a:p>
          <a:p>
            <a:r>
              <a:rPr lang="en-US" sz="2000" dirty="0"/>
              <a:t>Enhanced security/compliance controls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18CE9C-4CDF-3238-7985-8DD10BA4AA6C}"/>
              </a:ext>
            </a:extLst>
          </p:cNvPr>
          <p:cNvSpPr/>
          <p:nvPr/>
        </p:nvSpPr>
        <p:spPr>
          <a:xfrm>
            <a:off x="15983857" y="11502"/>
            <a:ext cx="10324193" cy="171488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EEE164-215C-22FB-202C-78E4136DB2CC}"/>
              </a:ext>
            </a:extLst>
          </p:cNvPr>
          <p:cNvSpPr/>
          <p:nvPr/>
        </p:nvSpPr>
        <p:spPr>
          <a:xfrm>
            <a:off x="15983857" y="1728560"/>
            <a:ext cx="10324193" cy="17232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DA9B56-B633-7F11-7A22-EF0527E5580A}"/>
              </a:ext>
            </a:extLst>
          </p:cNvPr>
          <p:cNvSpPr/>
          <p:nvPr/>
        </p:nvSpPr>
        <p:spPr>
          <a:xfrm>
            <a:off x="15983857" y="3453986"/>
            <a:ext cx="10324193" cy="17190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0614B-0F74-B20E-6205-85766C685831}"/>
              </a:ext>
            </a:extLst>
          </p:cNvPr>
          <p:cNvSpPr/>
          <p:nvPr/>
        </p:nvSpPr>
        <p:spPr>
          <a:xfrm>
            <a:off x="15983857" y="5163237"/>
            <a:ext cx="10324193" cy="17190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D0655D3-DD54-9DF6-4943-2480B6782187}"/>
              </a:ext>
            </a:extLst>
          </p:cNvPr>
          <p:cNvSpPr/>
          <p:nvPr/>
        </p:nvSpPr>
        <p:spPr>
          <a:xfrm>
            <a:off x="16430285" y="427603"/>
            <a:ext cx="977146" cy="97699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 descr="Lock">
            <a:extLst>
              <a:ext uri="{FF2B5EF4-FFF2-40B4-BE49-F238E27FC236}">
                <a16:creationId xmlns:a16="http://schemas.microsoft.com/office/drawing/2014/main" id="{5A085D4F-1C0D-87B3-9216-42C04A5BFDDA}"/>
              </a:ext>
            </a:extLst>
          </p:cNvPr>
          <p:cNvSpPr/>
          <p:nvPr/>
        </p:nvSpPr>
        <p:spPr>
          <a:xfrm>
            <a:off x="16567904" y="565145"/>
            <a:ext cx="701908" cy="701908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59EA5EB-2A71-A379-CDB8-98E16A62D8A8}"/>
              </a:ext>
            </a:extLst>
          </p:cNvPr>
          <p:cNvSpPr/>
          <p:nvPr/>
        </p:nvSpPr>
        <p:spPr>
          <a:xfrm>
            <a:off x="16430285" y="2115986"/>
            <a:ext cx="977146" cy="97699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 descr="Network">
            <a:extLst>
              <a:ext uri="{FF2B5EF4-FFF2-40B4-BE49-F238E27FC236}">
                <a16:creationId xmlns:a16="http://schemas.microsoft.com/office/drawing/2014/main" id="{E9CC0525-F495-0270-1791-008F470B0D9A}"/>
              </a:ext>
            </a:extLst>
          </p:cNvPr>
          <p:cNvSpPr/>
          <p:nvPr/>
        </p:nvSpPr>
        <p:spPr>
          <a:xfrm>
            <a:off x="16567904" y="2253528"/>
            <a:ext cx="701908" cy="701908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779A218-0A3D-9747-5083-F313B79547C2}"/>
              </a:ext>
            </a:extLst>
          </p:cNvPr>
          <p:cNvSpPr/>
          <p:nvPr/>
        </p:nvSpPr>
        <p:spPr>
          <a:xfrm>
            <a:off x="16430285" y="3837144"/>
            <a:ext cx="977146" cy="97699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 descr="Upward trend">
            <a:extLst>
              <a:ext uri="{FF2B5EF4-FFF2-40B4-BE49-F238E27FC236}">
                <a16:creationId xmlns:a16="http://schemas.microsoft.com/office/drawing/2014/main" id="{CF819268-06BC-61EF-D481-B7156B64104C}"/>
              </a:ext>
            </a:extLst>
          </p:cNvPr>
          <p:cNvSpPr/>
          <p:nvPr/>
        </p:nvSpPr>
        <p:spPr>
          <a:xfrm>
            <a:off x="16570362" y="3975562"/>
            <a:ext cx="701908" cy="701908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D6FACB3-ED5E-BF9D-858C-EDC6E1686EF7}"/>
              </a:ext>
            </a:extLst>
          </p:cNvPr>
          <p:cNvSpPr/>
          <p:nvPr/>
        </p:nvSpPr>
        <p:spPr>
          <a:xfrm>
            <a:off x="16430285" y="5534277"/>
            <a:ext cx="977146" cy="97699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 descr="Question mark">
            <a:extLst>
              <a:ext uri="{FF2B5EF4-FFF2-40B4-BE49-F238E27FC236}">
                <a16:creationId xmlns:a16="http://schemas.microsoft.com/office/drawing/2014/main" id="{1FC78967-BE31-86F2-655D-99EEC23C8916}"/>
              </a:ext>
            </a:extLst>
          </p:cNvPr>
          <p:cNvSpPr/>
          <p:nvPr/>
        </p:nvSpPr>
        <p:spPr>
          <a:xfrm>
            <a:off x="16567904" y="5676729"/>
            <a:ext cx="701908" cy="701908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CC61B61-69D7-9174-9995-E01E4797D1E2}"/>
              </a:ext>
            </a:extLst>
          </p:cNvPr>
          <p:cNvGrpSpPr/>
          <p:nvPr/>
        </p:nvGrpSpPr>
        <p:grpSpPr>
          <a:xfrm>
            <a:off x="17871705" y="277814"/>
            <a:ext cx="7941045" cy="1276196"/>
            <a:chOff x="1474007" y="2518"/>
            <a:chExt cx="9839878" cy="127619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847DEBE-7D3A-E802-308A-1A75B00F0945}"/>
                </a:ext>
              </a:extLst>
            </p:cNvPr>
            <p:cNvSpPr/>
            <p:nvPr/>
          </p:nvSpPr>
          <p:spPr>
            <a:xfrm>
              <a:off x="1474007" y="2518"/>
              <a:ext cx="9839878" cy="1276196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CB9B8E4-9866-DD2A-2DA9-7175F83EBB8D}"/>
                </a:ext>
              </a:extLst>
            </p:cNvPr>
            <p:cNvSpPr txBox="1"/>
            <p:nvPr/>
          </p:nvSpPr>
          <p:spPr>
            <a:xfrm>
              <a:off x="1474007" y="2518"/>
              <a:ext cx="9839878" cy="127619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064" tIns="135064" rIns="135064" bIns="135064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0" i="0" kern="1200" baseline="0" dirty="0"/>
                <a:t>End-to-end secure image processing platform </a:t>
              </a:r>
              <a:endParaRPr lang="en-US" sz="2200" kern="12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AD15BCB-A0E7-E5B6-7297-C345CC7E1BC9}"/>
              </a:ext>
            </a:extLst>
          </p:cNvPr>
          <p:cNvGrpSpPr/>
          <p:nvPr/>
        </p:nvGrpSpPr>
        <p:grpSpPr>
          <a:xfrm>
            <a:off x="17871705" y="1961263"/>
            <a:ext cx="7941045" cy="1276196"/>
            <a:chOff x="1474007" y="1597763"/>
            <a:chExt cx="9839878" cy="127619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E60B812-AE09-C6FB-1773-796CB241FBFC}"/>
                </a:ext>
              </a:extLst>
            </p:cNvPr>
            <p:cNvSpPr/>
            <p:nvPr/>
          </p:nvSpPr>
          <p:spPr>
            <a:xfrm>
              <a:off x="1474007" y="1597763"/>
              <a:ext cx="9839878" cy="1276196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F1E48A4-A830-6515-0C59-56BC74711EFC}"/>
                </a:ext>
              </a:extLst>
            </p:cNvPr>
            <p:cNvSpPr txBox="1"/>
            <p:nvPr/>
          </p:nvSpPr>
          <p:spPr>
            <a:xfrm>
              <a:off x="1474007" y="1597763"/>
              <a:ext cx="9839878" cy="127619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064" tIns="135064" rIns="135064" bIns="135064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0" i="0" kern="1200" baseline="0"/>
                <a:t>Scalable, modular architecture </a:t>
              </a:r>
              <a:endParaRPr lang="en-US" sz="2200" kern="120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B0FF19C-B226-D9B7-C7E4-E72690BACD82}"/>
              </a:ext>
            </a:extLst>
          </p:cNvPr>
          <p:cNvGrpSpPr/>
          <p:nvPr/>
        </p:nvGrpSpPr>
        <p:grpSpPr>
          <a:xfrm>
            <a:off x="17871705" y="3687542"/>
            <a:ext cx="7941045" cy="1276196"/>
            <a:chOff x="1474007" y="3193009"/>
            <a:chExt cx="9839878" cy="127619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5683A83-5939-F3A9-C2DA-59D2ACE3BDAA}"/>
                </a:ext>
              </a:extLst>
            </p:cNvPr>
            <p:cNvSpPr/>
            <p:nvPr/>
          </p:nvSpPr>
          <p:spPr>
            <a:xfrm>
              <a:off x="1474007" y="3193009"/>
              <a:ext cx="9839878" cy="1276196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849400D-4BCF-D45F-BE0F-D17DFF550AD8}"/>
                </a:ext>
              </a:extLst>
            </p:cNvPr>
            <p:cNvSpPr txBox="1"/>
            <p:nvPr/>
          </p:nvSpPr>
          <p:spPr>
            <a:xfrm>
              <a:off x="1474007" y="3193009"/>
              <a:ext cx="9839878" cy="127619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064" tIns="135064" rIns="135064" bIns="135064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0" i="0" kern="1200" baseline="0" dirty="0"/>
                <a:t>Strong foundation for future enhancements </a:t>
              </a:r>
              <a:endParaRPr lang="en-US" sz="2200" kern="12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25715FB-9555-649B-570B-868C76A7D748}"/>
              </a:ext>
            </a:extLst>
          </p:cNvPr>
          <p:cNvGrpSpPr/>
          <p:nvPr/>
        </p:nvGrpSpPr>
        <p:grpSpPr>
          <a:xfrm>
            <a:off x="17871705" y="5384675"/>
            <a:ext cx="7941045" cy="1276196"/>
            <a:chOff x="1474007" y="4788255"/>
            <a:chExt cx="9839878" cy="1276196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24C90E5-3069-8784-7B23-DB6B6E1B6BAB}"/>
                </a:ext>
              </a:extLst>
            </p:cNvPr>
            <p:cNvSpPr/>
            <p:nvPr/>
          </p:nvSpPr>
          <p:spPr>
            <a:xfrm>
              <a:off x="1474007" y="4788255"/>
              <a:ext cx="9839878" cy="1276196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6E76E4B-3CC1-21C8-9EA8-E9D44AD9F3A2}"/>
                </a:ext>
              </a:extLst>
            </p:cNvPr>
            <p:cNvSpPr txBox="1"/>
            <p:nvPr/>
          </p:nvSpPr>
          <p:spPr>
            <a:xfrm>
              <a:off x="1474007" y="4788255"/>
              <a:ext cx="9839878" cy="127619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064" tIns="135064" rIns="135064" bIns="135064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0" i="0" kern="1200" baseline="0" dirty="0"/>
                <a:t>Questions? </a:t>
              </a:r>
              <a:endParaRPr lang="en-US" sz="2200" kern="1200" dirty="0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EA956D60-09FA-2C0D-AB44-23F0187E7A78}"/>
              </a:ext>
            </a:extLst>
          </p:cNvPr>
          <p:cNvSpPr/>
          <p:nvPr/>
        </p:nvSpPr>
        <p:spPr>
          <a:xfrm>
            <a:off x="14096009" y="0"/>
            <a:ext cx="1887848" cy="68823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4000" dirty="0"/>
              <a:t>Future Development</a:t>
            </a:r>
          </a:p>
        </p:txBody>
      </p:sp>
    </p:spTree>
    <p:extLst>
      <p:ext uri="{BB962C8B-B14F-4D97-AF65-F5344CB8AC3E}">
        <p14:creationId xmlns:p14="http://schemas.microsoft.com/office/powerpoint/2010/main" val="3529969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B5029-9A9E-8144-AAAE-A04E1EA8E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52948-392E-35E2-9C78-0849F5C4A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50" y="1179151"/>
            <a:ext cx="3300646" cy="4463889"/>
          </a:xfrm>
        </p:spPr>
        <p:txBody>
          <a:bodyPr anchor="ctr">
            <a:normAutofit/>
          </a:bodyPr>
          <a:lstStyle/>
          <a:p>
            <a:r>
              <a:rPr lang="en-US" dirty="0"/>
              <a:t>Future Development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B3C8966-B2BA-CA74-AEA4-DE8709190AAA}"/>
              </a:ext>
            </a:extLst>
          </p:cNvPr>
          <p:cNvSpPr/>
          <p:nvPr/>
        </p:nvSpPr>
        <p:spPr>
          <a:xfrm>
            <a:off x="-65690" y="0"/>
            <a:ext cx="12257689" cy="68823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B4FE00-1BE9-B8C6-F061-504ACBA6EFB2}"/>
              </a:ext>
            </a:extLst>
          </p:cNvPr>
          <p:cNvSpPr/>
          <p:nvPr/>
        </p:nvSpPr>
        <p:spPr>
          <a:xfrm>
            <a:off x="1822158" y="11502"/>
            <a:ext cx="10324193" cy="171488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B83939-C4F6-C735-7DFC-377348B824C0}"/>
              </a:ext>
            </a:extLst>
          </p:cNvPr>
          <p:cNvSpPr/>
          <p:nvPr/>
        </p:nvSpPr>
        <p:spPr>
          <a:xfrm>
            <a:off x="1822158" y="1728560"/>
            <a:ext cx="10324193" cy="17232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4B92AE-581C-6A5A-E332-C34A110B29C1}"/>
              </a:ext>
            </a:extLst>
          </p:cNvPr>
          <p:cNvSpPr/>
          <p:nvPr/>
        </p:nvSpPr>
        <p:spPr>
          <a:xfrm>
            <a:off x="1822158" y="3453986"/>
            <a:ext cx="10324193" cy="17190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72528F-6EC9-C39B-B1AD-092D4FF27AC4}"/>
              </a:ext>
            </a:extLst>
          </p:cNvPr>
          <p:cNvSpPr/>
          <p:nvPr/>
        </p:nvSpPr>
        <p:spPr>
          <a:xfrm>
            <a:off x="1822158" y="5163237"/>
            <a:ext cx="10324193" cy="17190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AD33C36-833F-5B3F-1583-28305B05B29A}"/>
              </a:ext>
            </a:extLst>
          </p:cNvPr>
          <p:cNvSpPr/>
          <p:nvPr/>
        </p:nvSpPr>
        <p:spPr>
          <a:xfrm>
            <a:off x="2268586" y="427603"/>
            <a:ext cx="977146" cy="97699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 descr="Lock">
            <a:extLst>
              <a:ext uri="{FF2B5EF4-FFF2-40B4-BE49-F238E27FC236}">
                <a16:creationId xmlns:a16="http://schemas.microsoft.com/office/drawing/2014/main" id="{16149DE7-4C24-E391-37E7-A6C3D86D327B}"/>
              </a:ext>
            </a:extLst>
          </p:cNvPr>
          <p:cNvSpPr/>
          <p:nvPr/>
        </p:nvSpPr>
        <p:spPr>
          <a:xfrm>
            <a:off x="2406205" y="565145"/>
            <a:ext cx="701908" cy="701908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7A0CCB3-53D6-8ED0-463A-BAB9ACC2AC6C}"/>
              </a:ext>
            </a:extLst>
          </p:cNvPr>
          <p:cNvSpPr/>
          <p:nvPr/>
        </p:nvSpPr>
        <p:spPr>
          <a:xfrm>
            <a:off x="2268586" y="2115986"/>
            <a:ext cx="977146" cy="97699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 descr="Network">
            <a:extLst>
              <a:ext uri="{FF2B5EF4-FFF2-40B4-BE49-F238E27FC236}">
                <a16:creationId xmlns:a16="http://schemas.microsoft.com/office/drawing/2014/main" id="{F17C8AD2-D1D1-8AD6-5257-ADCF7BC9FF52}"/>
              </a:ext>
            </a:extLst>
          </p:cNvPr>
          <p:cNvSpPr/>
          <p:nvPr/>
        </p:nvSpPr>
        <p:spPr>
          <a:xfrm>
            <a:off x="2406205" y="2253528"/>
            <a:ext cx="701908" cy="701908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55B8520-313A-3E85-6DE3-F0EFA9D783F1}"/>
              </a:ext>
            </a:extLst>
          </p:cNvPr>
          <p:cNvSpPr/>
          <p:nvPr/>
        </p:nvSpPr>
        <p:spPr>
          <a:xfrm>
            <a:off x="2268586" y="3837144"/>
            <a:ext cx="977146" cy="97699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 descr="Upward trend">
            <a:extLst>
              <a:ext uri="{FF2B5EF4-FFF2-40B4-BE49-F238E27FC236}">
                <a16:creationId xmlns:a16="http://schemas.microsoft.com/office/drawing/2014/main" id="{3A0A42FC-0414-3A31-3498-C0172BAA9931}"/>
              </a:ext>
            </a:extLst>
          </p:cNvPr>
          <p:cNvSpPr/>
          <p:nvPr/>
        </p:nvSpPr>
        <p:spPr>
          <a:xfrm>
            <a:off x="2408663" y="3975562"/>
            <a:ext cx="701908" cy="701908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A267D25-091D-6DD2-E2CA-1CA2147B1934}"/>
              </a:ext>
            </a:extLst>
          </p:cNvPr>
          <p:cNvSpPr/>
          <p:nvPr/>
        </p:nvSpPr>
        <p:spPr>
          <a:xfrm>
            <a:off x="2268586" y="5534277"/>
            <a:ext cx="977146" cy="97699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 descr="Question mark">
            <a:extLst>
              <a:ext uri="{FF2B5EF4-FFF2-40B4-BE49-F238E27FC236}">
                <a16:creationId xmlns:a16="http://schemas.microsoft.com/office/drawing/2014/main" id="{12227829-3CC4-A276-E2FF-668702328C2B}"/>
              </a:ext>
            </a:extLst>
          </p:cNvPr>
          <p:cNvSpPr/>
          <p:nvPr/>
        </p:nvSpPr>
        <p:spPr>
          <a:xfrm>
            <a:off x="2406205" y="5676729"/>
            <a:ext cx="701908" cy="701908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561D619-7E61-D090-5C92-F3E8C4551FFA}"/>
              </a:ext>
            </a:extLst>
          </p:cNvPr>
          <p:cNvGrpSpPr/>
          <p:nvPr/>
        </p:nvGrpSpPr>
        <p:grpSpPr>
          <a:xfrm>
            <a:off x="3710006" y="277814"/>
            <a:ext cx="7941045" cy="1276196"/>
            <a:chOff x="1474007" y="2518"/>
            <a:chExt cx="9839878" cy="127619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5AE7FD3-C1A4-80C1-D3E9-65545B23DA84}"/>
                </a:ext>
              </a:extLst>
            </p:cNvPr>
            <p:cNvSpPr/>
            <p:nvPr/>
          </p:nvSpPr>
          <p:spPr>
            <a:xfrm>
              <a:off x="1474007" y="2518"/>
              <a:ext cx="9839878" cy="1276196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090ADA1-16AF-E2B2-78A0-43D0DBB01488}"/>
                </a:ext>
              </a:extLst>
            </p:cNvPr>
            <p:cNvSpPr txBox="1"/>
            <p:nvPr/>
          </p:nvSpPr>
          <p:spPr>
            <a:xfrm>
              <a:off x="1474007" y="2518"/>
              <a:ext cx="9839878" cy="127619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064" tIns="135064" rIns="135064" bIns="135064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0" i="0" kern="1200" baseline="0" dirty="0"/>
                <a:t>End-to-end secure image processing platform </a:t>
              </a:r>
              <a:endParaRPr lang="en-US" sz="2200" kern="12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3FB45EA-B5A2-9283-68BA-88A697646D1D}"/>
              </a:ext>
            </a:extLst>
          </p:cNvPr>
          <p:cNvGrpSpPr/>
          <p:nvPr/>
        </p:nvGrpSpPr>
        <p:grpSpPr>
          <a:xfrm>
            <a:off x="3710006" y="1961263"/>
            <a:ext cx="7941045" cy="1276196"/>
            <a:chOff x="1474007" y="1597763"/>
            <a:chExt cx="9839878" cy="127619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B0CA217-3347-6A9B-DEEE-043E03F23EC3}"/>
                </a:ext>
              </a:extLst>
            </p:cNvPr>
            <p:cNvSpPr/>
            <p:nvPr/>
          </p:nvSpPr>
          <p:spPr>
            <a:xfrm>
              <a:off x="1474007" y="1597763"/>
              <a:ext cx="9839878" cy="1276196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0A431B4-1AB8-5A4B-8D6C-F63E53FB96AF}"/>
                </a:ext>
              </a:extLst>
            </p:cNvPr>
            <p:cNvSpPr txBox="1"/>
            <p:nvPr/>
          </p:nvSpPr>
          <p:spPr>
            <a:xfrm>
              <a:off x="1474007" y="1597763"/>
              <a:ext cx="9839878" cy="127619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064" tIns="135064" rIns="135064" bIns="135064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0" i="0" kern="1200" baseline="0"/>
                <a:t>Scalable, modular architecture </a:t>
              </a:r>
              <a:endParaRPr lang="en-US" sz="2200" kern="120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DAD6FCC-1AA9-65E7-4D46-4D07BB1C7107}"/>
              </a:ext>
            </a:extLst>
          </p:cNvPr>
          <p:cNvGrpSpPr/>
          <p:nvPr/>
        </p:nvGrpSpPr>
        <p:grpSpPr>
          <a:xfrm>
            <a:off x="3710006" y="3687542"/>
            <a:ext cx="7941045" cy="1276196"/>
            <a:chOff x="1474007" y="3193009"/>
            <a:chExt cx="9839878" cy="127619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A8AC348-88AE-8DCD-52D3-4BA7DE487357}"/>
                </a:ext>
              </a:extLst>
            </p:cNvPr>
            <p:cNvSpPr/>
            <p:nvPr/>
          </p:nvSpPr>
          <p:spPr>
            <a:xfrm>
              <a:off x="1474007" y="3193009"/>
              <a:ext cx="9839878" cy="1276196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90105C0-6B5D-BD79-405E-2B8058C49AA3}"/>
                </a:ext>
              </a:extLst>
            </p:cNvPr>
            <p:cNvSpPr txBox="1"/>
            <p:nvPr/>
          </p:nvSpPr>
          <p:spPr>
            <a:xfrm>
              <a:off x="1474007" y="3193009"/>
              <a:ext cx="9839878" cy="127619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064" tIns="135064" rIns="135064" bIns="135064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0" i="0" kern="1200" baseline="0" dirty="0"/>
                <a:t>Strong foundation for future enhancements </a:t>
              </a:r>
              <a:endParaRPr lang="en-US" sz="2200" kern="12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2947160-A16A-C242-1FF2-AF90C2CA63BB}"/>
              </a:ext>
            </a:extLst>
          </p:cNvPr>
          <p:cNvGrpSpPr/>
          <p:nvPr/>
        </p:nvGrpSpPr>
        <p:grpSpPr>
          <a:xfrm>
            <a:off x="3710006" y="5384675"/>
            <a:ext cx="7941045" cy="1276196"/>
            <a:chOff x="1474007" y="4788255"/>
            <a:chExt cx="9839878" cy="1276196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3994E9A-A8D3-7B04-8825-0A0B95586436}"/>
                </a:ext>
              </a:extLst>
            </p:cNvPr>
            <p:cNvSpPr/>
            <p:nvPr/>
          </p:nvSpPr>
          <p:spPr>
            <a:xfrm>
              <a:off x="1474007" y="4788255"/>
              <a:ext cx="9839878" cy="1276196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AD63139-FFE6-5A4A-C21F-A89E89A52FD0}"/>
                </a:ext>
              </a:extLst>
            </p:cNvPr>
            <p:cNvSpPr txBox="1"/>
            <p:nvPr/>
          </p:nvSpPr>
          <p:spPr>
            <a:xfrm>
              <a:off x="1474007" y="4788255"/>
              <a:ext cx="9839878" cy="127619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064" tIns="135064" rIns="135064" bIns="135064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0" i="0" kern="1200" baseline="0" dirty="0"/>
                <a:t>Questions? </a:t>
              </a:r>
              <a:endParaRPr lang="en-US" sz="2200" kern="1200" dirty="0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0153242F-28B0-E6FA-271D-C81E791593FE}"/>
              </a:ext>
            </a:extLst>
          </p:cNvPr>
          <p:cNvSpPr/>
          <p:nvPr/>
        </p:nvSpPr>
        <p:spPr>
          <a:xfrm>
            <a:off x="-65690" y="0"/>
            <a:ext cx="1887848" cy="68823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4000" dirty="0"/>
              <a:t>Future Development</a:t>
            </a:r>
          </a:p>
        </p:txBody>
      </p:sp>
    </p:spTree>
    <p:extLst>
      <p:ext uri="{BB962C8B-B14F-4D97-AF65-F5344CB8AC3E}">
        <p14:creationId xmlns:p14="http://schemas.microsoft.com/office/powerpoint/2010/main" val="2683072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205</TotalTime>
  <Words>1365</Words>
  <Application>Microsoft Office PowerPoint</Application>
  <PresentationFormat>Widescreen</PresentationFormat>
  <Paragraphs>236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Aharoni</vt:lpstr>
      <vt:lpstr>Arial</vt:lpstr>
      <vt:lpstr>Trebuchet MS</vt:lpstr>
      <vt:lpstr>Wingdings 3</vt:lpstr>
      <vt:lpstr>Facet</vt:lpstr>
      <vt:lpstr>Secure Image Processing Platform</vt:lpstr>
      <vt:lpstr>PowerPoint Presentation</vt:lpstr>
      <vt:lpstr>PowerPoint Presentation</vt:lpstr>
      <vt:lpstr>Backend Processing Flow</vt:lpstr>
      <vt:lpstr>Backend Processing Flow</vt:lpstr>
      <vt:lpstr>Features Delivered</vt:lpstr>
      <vt:lpstr>Features Delivered</vt:lpstr>
      <vt:lpstr>Segmentation Pipeline</vt:lpstr>
      <vt:lpstr>Segmentation Pipeline</vt:lpstr>
      <vt:lpstr>Segmentation Pipeline</vt:lpstr>
      <vt:lpstr>Segmentation Pipeline</vt:lpstr>
      <vt:lpstr>Segmentation Pipeline</vt:lpstr>
      <vt:lpstr>Segmentation Pipeline</vt:lpstr>
      <vt:lpstr>Segmentation Pipeline</vt:lpstr>
      <vt:lpstr>Segmentation Pipeline</vt:lpstr>
      <vt:lpstr>Segmentation Pipeline</vt:lpstr>
      <vt:lpstr>Segmentation Pipeline</vt:lpstr>
      <vt:lpstr>Known Limitations</vt:lpstr>
      <vt:lpstr>Future Development</vt:lpstr>
      <vt:lpstr>Future Development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RYANG1</dc:creator>
  <cp:lastModifiedBy>RYANG1</cp:lastModifiedBy>
  <cp:revision>7</cp:revision>
  <dcterms:created xsi:type="dcterms:W3CDTF">2026-04-30T05:11:43Z</dcterms:created>
  <dcterms:modified xsi:type="dcterms:W3CDTF">2026-05-01T04:36:48Z</dcterms:modified>
</cp:coreProperties>
</file>